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2"/>
  </p:notesMasterIdLst>
  <p:handoutMasterIdLst>
    <p:handoutMasterId r:id="rId13"/>
  </p:handoutMasterIdLst>
  <p:sldIdLst>
    <p:sldId id="256" r:id="rId5"/>
    <p:sldId id="257" r:id="rId6"/>
    <p:sldId id="258" r:id="rId7"/>
    <p:sldId id="259" r:id="rId8"/>
    <p:sldId id="261" r:id="rId9"/>
    <p:sldId id="262" r:id="rId10"/>
    <p:sldId id="260" r:id="rId11"/>
  </p:sldIdLst>
  <p:sldSz cx="12188825" cy="6858000"/>
  <p:notesSz cx="6858000" cy="9144000"/>
  <p:defaultTextStyle>
    <a:defPPr>
      <a:defRPr lang="en-US"/>
    </a:defPPr>
    <a:lvl1pPr marL="0" algn="l" defTabSz="609443" rtl="0" eaLnBrk="1" latinLnBrk="0" hangingPunct="1">
      <a:defRPr sz="2400" kern="1200">
        <a:solidFill>
          <a:schemeClr val="tx1"/>
        </a:solidFill>
        <a:latin typeface="+mn-lt"/>
        <a:ea typeface="+mn-ea"/>
        <a:cs typeface="+mn-cs"/>
      </a:defRPr>
    </a:lvl1pPr>
    <a:lvl2pPr marL="609443" algn="l" defTabSz="609443" rtl="0" eaLnBrk="1" latinLnBrk="0" hangingPunct="1">
      <a:defRPr sz="2400" kern="1200">
        <a:solidFill>
          <a:schemeClr val="tx1"/>
        </a:solidFill>
        <a:latin typeface="+mn-lt"/>
        <a:ea typeface="+mn-ea"/>
        <a:cs typeface="+mn-cs"/>
      </a:defRPr>
    </a:lvl2pPr>
    <a:lvl3pPr marL="1218885" algn="l" defTabSz="609443" rtl="0" eaLnBrk="1" latinLnBrk="0" hangingPunct="1">
      <a:defRPr sz="2400" kern="1200">
        <a:solidFill>
          <a:schemeClr val="tx1"/>
        </a:solidFill>
        <a:latin typeface="+mn-lt"/>
        <a:ea typeface="+mn-ea"/>
        <a:cs typeface="+mn-cs"/>
      </a:defRPr>
    </a:lvl3pPr>
    <a:lvl4pPr marL="1828328" algn="l" defTabSz="609443" rtl="0" eaLnBrk="1" latinLnBrk="0" hangingPunct="1">
      <a:defRPr sz="2400" kern="1200">
        <a:solidFill>
          <a:schemeClr val="tx1"/>
        </a:solidFill>
        <a:latin typeface="+mn-lt"/>
        <a:ea typeface="+mn-ea"/>
        <a:cs typeface="+mn-cs"/>
      </a:defRPr>
    </a:lvl4pPr>
    <a:lvl5pPr marL="2437771" algn="l" defTabSz="609443" rtl="0" eaLnBrk="1" latinLnBrk="0" hangingPunct="1">
      <a:defRPr sz="2400" kern="1200">
        <a:solidFill>
          <a:schemeClr val="tx1"/>
        </a:solidFill>
        <a:latin typeface="+mn-lt"/>
        <a:ea typeface="+mn-ea"/>
        <a:cs typeface="+mn-cs"/>
      </a:defRPr>
    </a:lvl5pPr>
    <a:lvl6pPr marL="3047213" algn="l" defTabSz="609443" rtl="0" eaLnBrk="1" latinLnBrk="0" hangingPunct="1">
      <a:defRPr sz="2400" kern="1200">
        <a:solidFill>
          <a:schemeClr val="tx1"/>
        </a:solidFill>
        <a:latin typeface="+mn-lt"/>
        <a:ea typeface="+mn-ea"/>
        <a:cs typeface="+mn-cs"/>
      </a:defRPr>
    </a:lvl6pPr>
    <a:lvl7pPr marL="3656656" algn="l" defTabSz="609443" rtl="0" eaLnBrk="1" latinLnBrk="0" hangingPunct="1">
      <a:defRPr sz="2400" kern="1200">
        <a:solidFill>
          <a:schemeClr val="tx1"/>
        </a:solidFill>
        <a:latin typeface="+mn-lt"/>
        <a:ea typeface="+mn-ea"/>
        <a:cs typeface="+mn-cs"/>
      </a:defRPr>
    </a:lvl7pPr>
    <a:lvl8pPr marL="4266097" algn="l" defTabSz="609443" rtl="0" eaLnBrk="1" latinLnBrk="0" hangingPunct="1">
      <a:defRPr sz="2400" kern="1200">
        <a:solidFill>
          <a:schemeClr val="tx1"/>
        </a:solidFill>
        <a:latin typeface="+mn-lt"/>
        <a:ea typeface="+mn-ea"/>
        <a:cs typeface="+mn-cs"/>
      </a:defRPr>
    </a:lvl8pPr>
    <a:lvl9pPr marL="4875541" algn="l" defTabSz="609443"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0" userDrawn="1">
          <p15:clr>
            <a:srgbClr val="A4A3A4"/>
          </p15:clr>
        </p15:guide>
        <p15:guide id="2" pos="24" userDrawn="1">
          <p15:clr>
            <a:srgbClr val="A4A3A4"/>
          </p15:clr>
        </p15:guide>
        <p15:guide id="3" orient="horz" pos="80">
          <p15:clr>
            <a:srgbClr val="A4A3A4"/>
          </p15:clr>
        </p15:guide>
        <p15:guide id="4" pos="3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777777"/>
    <a:srgbClr val="070707"/>
    <a:srgbClr val="0E3689"/>
    <a:srgbClr val="1D9CE4"/>
    <a:srgbClr val="FFD53A"/>
    <a:srgbClr val="702076"/>
    <a:srgbClr val="5EBF33"/>
    <a:srgbClr val="FD7F20"/>
    <a:srgbClr val="0E1454"/>
    <a:srgbClr val="CE162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150" autoAdjust="0"/>
    <p:restoredTop sz="94779"/>
  </p:normalViewPr>
  <p:slideViewPr>
    <p:cSldViewPr snapToGrid="0" snapToObjects="1">
      <p:cViewPr varScale="1">
        <p:scale>
          <a:sx n="115" d="100"/>
          <a:sy n="115" d="100"/>
        </p:scale>
        <p:origin x="1166" y="67"/>
      </p:cViewPr>
      <p:guideLst>
        <p:guide orient="horz" pos="60"/>
        <p:guide pos="24"/>
        <p:guide orient="horz" pos="80"/>
        <p:guide pos="3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111" d="100"/>
          <a:sy n="111" d="100"/>
        </p:scale>
        <p:origin x="3832"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39C997-21E5-5348-AFE6-AB6F9226485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327AC1D-5903-004B-A07D-BA6E3EE3727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8615C2D-FB91-8740-95C2-23C11A10F2F2}" type="datetimeFigureOut">
              <a:rPr lang="en-US" smtClean="0"/>
              <a:t>7/21/2026</a:t>
            </a:fld>
            <a:endParaRPr lang="en-US"/>
          </a:p>
        </p:txBody>
      </p:sp>
      <p:sp>
        <p:nvSpPr>
          <p:cNvPr id="4" name="Footer Placeholder 3">
            <a:extLst>
              <a:ext uri="{FF2B5EF4-FFF2-40B4-BE49-F238E27FC236}">
                <a16:creationId xmlns:a16="http://schemas.microsoft.com/office/drawing/2014/main" id="{2D179EA0-CF08-6C46-9B0C-7A703F62F2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E1E23A1-2359-A341-AFD4-DCB4B7D0035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89837C5-E66E-4749-8D3A-655388B1EB70}" type="slidenum">
              <a:rPr lang="en-US" smtClean="0"/>
              <a:t>‹#›</a:t>
            </a:fld>
            <a:endParaRPr lang="en-US"/>
          </a:p>
        </p:txBody>
      </p:sp>
    </p:spTree>
    <p:extLst>
      <p:ext uri="{BB962C8B-B14F-4D97-AF65-F5344CB8AC3E}">
        <p14:creationId xmlns:p14="http://schemas.microsoft.com/office/powerpoint/2010/main" val="153222731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54E49F-5C3A-ED4E-A68A-CCB3AA3B5D59}" type="datetimeFigureOut">
              <a:rPr lang="en-US" smtClean="0"/>
              <a:t>7/21/2026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F8CB49-A7FB-5E4A-B599-DE2118135120}" type="slidenum">
              <a:rPr lang="en-US" smtClean="0"/>
              <a:t>‹#›</a:t>
            </a:fld>
            <a:endParaRPr lang="en-US"/>
          </a:p>
        </p:txBody>
      </p:sp>
    </p:spTree>
    <p:extLst>
      <p:ext uri="{BB962C8B-B14F-4D97-AF65-F5344CB8AC3E}">
        <p14:creationId xmlns:p14="http://schemas.microsoft.com/office/powerpoint/2010/main" val="1462241416"/>
      </p:ext>
    </p:extLst>
  </p:cSld>
  <p:clrMap bg1="lt1" tx1="dk1" bg2="lt2" tx2="dk2" accent1="accent1" accent2="accent2" accent3="accent3" accent4="accent4" accent5="accent5" accent6="accent6" hlink="hlink" folHlink="folHlink"/>
  <p:hf hdr="0" ftr="0" dt="0"/>
  <p:notesStyle>
    <a:lvl1pPr marL="0" algn="l" defTabSz="1218936" rtl="0" eaLnBrk="1" latinLnBrk="0" hangingPunct="1">
      <a:defRPr sz="1600" kern="1200">
        <a:solidFill>
          <a:schemeClr val="tx1"/>
        </a:solidFill>
        <a:latin typeface="+mn-lt"/>
        <a:ea typeface="+mn-ea"/>
        <a:cs typeface="+mn-cs"/>
      </a:defRPr>
    </a:lvl1pPr>
    <a:lvl2pPr marL="609468" algn="l" defTabSz="1218936" rtl="0" eaLnBrk="1" latinLnBrk="0" hangingPunct="1">
      <a:defRPr sz="1600" kern="1200">
        <a:solidFill>
          <a:schemeClr val="tx1"/>
        </a:solidFill>
        <a:latin typeface="+mn-lt"/>
        <a:ea typeface="+mn-ea"/>
        <a:cs typeface="+mn-cs"/>
      </a:defRPr>
    </a:lvl2pPr>
    <a:lvl3pPr marL="1218936" algn="l" defTabSz="1218936" rtl="0" eaLnBrk="1" latinLnBrk="0" hangingPunct="1">
      <a:defRPr sz="1600" kern="1200">
        <a:solidFill>
          <a:schemeClr val="tx1"/>
        </a:solidFill>
        <a:latin typeface="+mn-lt"/>
        <a:ea typeface="+mn-ea"/>
        <a:cs typeface="+mn-cs"/>
      </a:defRPr>
    </a:lvl3pPr>
    <a:lvl4pPr marL="1828404" algn="l" defTabSz="1218936" rtl="0" eaLnBrk="1" latinLnBrk="0" hangingPunct="1">
      <a:defRPr sz="1600" kern="1200">
        <a:solidFill>
          <a:schemeClr val="tx1"/>
        </a:solidFill>
        <a:latin typeface="+mn-lt"/>
        <a:ea typeface="+mn-ea"/>
        <a:cs typeface="+mn-cs"/>
      </a:defRPr>
    </a:lvl4pPr>
    <a:lvl5pPr marL="2437872" algn="l" defTabSz="1218936" rtl="0" eaLnBrk="1" latinLnBrk="0" hangingPunct="1">
      <a:defRPr sz="1600" kern="1200">
        <a:solidFill>
          <a:schemeClr val="tx1"/>
        </a:solidFill>
        <a:latin typeface="+mn-lt"/>
        <a:ea typeface="+mn-ea"/>
        <a:cs typeface="+mn-cs"/>
      </a:defRPr>
    </a:lvl5pPr>
    <a:lvl6pPr marL="3047340" algn="l" defTabSz="1218936" rtl="0" eaLnBrk="1" latinLnBrk="0" hangingPunct="1">
      <a:defRPr sz="1600" kern="1200">
        <a:solidFill>
          <a:schemeClr val="tx1"/>
        </a:solidFill>
        <a:latin typeface="+mn-lt"/>
        <a:ea typeface="+mn-ea"/>
        <a:cs typeface="+mn-cs"/>
      </a:defRPr>
    </a:lvl6pPr>
    <a:lvl7pPr marL="3656808" algn="l" defTabSz="1218936" rtl="0" eaLnBrk="1" latinLnBrk="0" hangingPunct="1">
      <a:defRPr sz="1600" kern="1200">
        <a:solidFill>
          <a:schemeClr val="tx1"/>
        </a:solidFill>
        <a:latin typeface="+mn-lt"/>
        <a:ea typeface="+mn-ea"/>
        <a:cs typeface="+mn-cs"/>
      </a:defRPr>
    </a:lvl7pPr>
    <a:lvl8pPr marL="4266275" algn="l" defTabSz="1218936" rtl="0" eaLnBrk="1" latinLnBrk="0" hangingPunct="1">
      <a:defRPr sz="1600" kern="1200">
        <a:solidFill>
          <a:schemeClr val="tx1"/>
        </a:solidFill>
        <a:latin typeface="+mn-lt"/>
        <a:ea typeface="+mn-ea"/>
        <a:cs typeface="+mn-cs"/>
      </a:defRPr>
    </a:lvl8pPr>
    <a:lvl9pPr marL="4875744" algn="l" defTabSz="1218936"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880165" y="2474260"/>
            <a:ext cx="6437455" cy="996522"/>
          </a:xfrm>
          <a:ln>
            <a:noFill/>
          </a:ln>
        </p:spPr>
        <p:txBody>
          <a:bodyPr anchor="b" anchorCtr="0"/>
          <a:lstStyle>
            <a:lvl1pPr algn="r">
              <a:defRPr sz="3800">
                <a:solidFill>
                  <a:srgbClr val="0E3689"/>
                </a:solidFill>
              </a:defRPr>
            </a:lvl1pPr>
          </a:lstStyle>
          <a:p>
            <a:r>
              <a:rPr lang="en-US" dirty="0"/>
              <a:t>Presentation Title</a:t>
            </a:r>
          </a:p>
        </p:txBody>
      </p:sp>
      <p:sp>
        <p:nvSpPr>
          <p:cNvPr id="4" name="Rectangle 3">
            <a:extLst>
              <a:ext uri="{FF2B5EF4-FFF2-40B4-BE49-F238E27FC236}">
                <a16:creationId xmlns:a16="http://schemas.microsoft.com/office/drawing/2014/main" id="{FF1D45AC-B80D-4805-BA4C-8776489E8022}"/>
              </a:ext>
            </a:extLst>
          </p:cNvPr>
          <p:cNvSpPr/>
          <p:nvPr userDrawn="1"/>
        </p:nvSpPr>
        <p:spPr>
          <a:xfrm>
            <a:off x="9411530" y="6331942"/>
            <a:ext cx="2777297" cy="5260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21893" tIns="60947" rIns="121893" bIns="60947" rtlCol="0" anchor="ctr"/>
          <a:lstStyle/>
          <a:p>
            <a:pPr algn="ctr"/>
            <a:endParaRPr lang="en-US" dirty="0"/>
          </a:p>
        </p:txBody>
      </p:sp>
      <p:cxnSp>
        <p:nvCxnSpPr>
          <p:cNvPr id="8" name="Straight Connector 7">
            <a:extLst>
              <a:ext uri="{FF2B5EF4-FFF2-40B4-BE49-F238E27FC236}">
                <a16:creationId xmlns:a16="http://schemas.microsoft.com/office/drawing/2014/main" id="{1ACBDA27-1F54-4C50-8D76-28815B58BDC3}"/>
              </a:ext>
            </a:extLst>
          </p:cNvPr>
          <p:cNvCxnSpPr/>
          <p:nvPr userDrawn="1"/>
        </p:nvCxnSpPr>
        <p:spPr>
          <a:xfrm>
            <a:off x="7552849" y="2666723"/>
            <a:ext cx="0" cy="835152"/>
          </a:xfrm>
          <a:prstGeom prst="line">
            <a:avLst/>
          </a:prstGeom>
          <a:ln w="12700" cmpd="sng">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CEB7A8E4-4917-4A3E-8E2F-D070BB4D10DE}"/>
              </a:ext>
            </a:extLst>
          </p:cNvPr>
          <p:cNvSpPr txBox="1"/>
          <p:nvPr userDrawn="1"/>
        </p:nvSpPr>
        <p:spPr>
          <a:xfrm>
            <a:off x="4067363" y="3799832"/>
            <a:ext cx="7411397" cy="387772"/>
          </a:xfrm>
          <a:prstGeom prst="rect">
            <a:avLst/>
          </a:prstGeom>
          <a:noFill/>
        </p:spPr>
        <p:txBody>
          <a:bodyPr wrap="none" lIns="121893" tIns="60947" rIns="121893" bIns="60947" rtlCol="0">
            <a:spAutoFit/>
          </a:bodyPr>
          <a:lstStyle/>
          <a:p>
            <a:pPr algn="r"/>
            <a:r>
              <a:rPr lang="en-US" sz="1720" dirty="0">
                <a:solidFill>
                  <a:srgbClr val="1D9CE4"/>
                </a:solidFill>
                <a:latin typeface="Calibri Light" panose="020F0302020204030204" pitchFamily="34" charset="0"/>
                <a:cs typeface="Calibri Light" panose="020F0302020204030204" pitchFamily="34" charset="0"/>
              </a:rPr>
              <a:t>A Leading Provider of Smart, Connected and Secure Embedded Control Solutions </a:t>
            </a:r>
          </a:p>
        </p:txBody>
      </p:sp>
      <p:cxnSp>
        <p:nvCxnSpPr>
          <p:cNvPr id="23" name="Straight Connector 22">
            <a:extLst>
              <a:ext uri="{FF2B5EF4-FFF2-40B4-BE49-F238E27FC236}">
                <a16:creationId xmlns:a16="http://schemas.microsoft.com/office/drawing/2014/main" id="{1ACBDA27-1F54-4C50-8D76-28815B58BDC3}"/>
              </a:ext>
            </a:extLst>
          </p:cNvPr>
          <p:cNvCxnSpPr/>
          <p:nvPr userDrawn="1"/>
        </p:nvCxnSpPr>
        <p:spPr>
          <a:xfrm flipH="1">
            <a:off x="3410606" y="3724987"/>
            <a:ext cx="7909168" cy="0"/>
          </a:xfrm>
          <a:prstGeom prst="line">
            <a:avLst/>
          </a:prstGeom>
          <a:ln w="12700" cmpd="sng">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28" name="Text Placeholder 27">
            <a:extLst>
              <a:ext uri="{FF2B5EF4-FFF2-40B4-BE49-F238E27FC236}">
                <a16:creationId xmlns:a16="http://schemas.microsoft.com/office/drawing/2014/main" id="{599BB76E-0E67-7C41-9AEC-8C75006E4449}"/>
              </a:ext>
            </a:extLst>
          </p:cNvPr>
          <p:cNvSpPr>
            <a:spLocks noGrp="1"/>
          </p:cNvSpPr>
          <p:nvPr>
            <p:ph type="body" sz="quarter" idx="12" hasCustomPrompt="1"/>
          </p:nvPr>
        </p:nvSpPr>
        <p:spPr>
          <a:xfrm>
            <a:off x="4935143" y="6123667"/>
            <a:ext cx="6419850" cy="252110"/>
          </a:xfrm>
          <a:prstGeom prst="rect">
            <a:avLst/>
          </a:prstGeom>
        </p:spPr>
        <p:txBody>
          <a:bodyPr lIns="182880" tIns="0" rIns="0" anchor="t" anchorCtr="0">
            <a:noAutofit/>
          </a:bodyPr>
          <a:lstStyle>
            <a:lvl1pPr marL="0" indent="0" algn="r">
              <a:buNone/>
              <a:defRPr sz="2200" b="0">
                <a:solidFill>
                  <a:srgbClr val="1D9CE4"/>
                </a:solidFill>
              </a:defRPr>
            </a:lvl1pPr>
          </a:lstStyle>
          <a:p>
            <a:pPr lvl="0"/>
            <a:r>
              <a:rPr lang="en-US" dirty="0"/>
              <a:t>Date</a:t>
            </a:r>
          </a:p>
        </p:txBody>
      </p:sp>
      <p:sp>
        <p:nvSpPr>
          <p:cNvPr id="35" name="Text Placeholder 34">
            <a:extLst>
              <a:ext uri="{FF2B5EF4-FFF2-40B4-BE49-F238E27FC236}">
                <a16:creationId xmlns:a16="http://schemas.microsoft.com/office/drawing/2014/main" id="{B2D92EAD-7B52-0549-B90C-8F01DFF1E684}"/>
              </a:ext>
            </a:extLst>
          </p:cNvPr>
          <p:cNvSpPr>
            <a:spLocks noGrp="1"/>
          </p:cNvSpPr>
          <p:nvPr>
            <p:ph type="body" sz="quarter" idx="13" hasCustomPrompt="1"/>
          </p:nvPr>
        </p:nvSpPr>
        <p:spPr>
          <a:xfrm>
            <a:off x="4935142" y="5763412"/>
            <a:ext cx="6420245" cy="314325"/>
          </a:xfrm>
          <a:prstGeom prst="rect">
            <a:avLst/>
          </a:prstGeom>
        </p:spPr>
        <p:txBody>
          <a:bodyPr rIns="0" bIns="0" anchor="b" anchorCtr="0">
            <a:noAutofit/>
          </a:bodyPr>
          <a:lstStyle>
            <a:lvl1pPr marL="0" indent="0" algn="r">
              <a:lnSpc>
                <a:spcPts val="2340"/>
              </a:lnSpc>
              <a:buNone/>
              <a:defRPr sz="2200">
                <a:solidFill>
                  <a:schemeClr val="accent1"/>
                </a:solidFill>
              </a:defRPr>
            </a:lvl1pPr>
          </a:lstStyle>
          <a:p>
            <a:pPr lvl="0"/>
            <a:r>
              <a:rPr lang="en-US" dirty="0"/>
              <a:t>Presented by</a:t>
            </a:r>
          </a:p>
        </p:txBody>
      </p:sp>
      <p:pic>
        <p:nvPicPr>
          <p:cNvPr id="10" name="Picture 9" descr="SCS-015.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6255" y="5139766"/>
            <a:ext cx="1630420" cy="1630420"/>
          </a:xfrm>
          <a:prstGeom prst="rect">
            <a:avLst/>
          </a:prstGeom>
        </p:spPr>
      </p:pic>
      <p:pic>
        <p:nvPicPr>
          <p:cNvPr id="12" name="Picture 11" descr="MCHP-logo.jp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61621" y="2635935"/>
            <a:ext cx="3584711" cy="902767"/>
          </a:xfrm>
          <a:prstGeom prst="rect">
            <a:avLst/>
          </a:prstGeom>
        </p:spPr>
      </p:pic>
    </p:spTree>
    <p:extLst>
      <p:ext uri="{BB962C8B-B14F-4D97-AF65-F5344CB8AC3E}">
        <p14:creationId xmlns:p14="http://schemas.microsoft.com/office/powerpoint/2010/main" val="3009375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0606" y="2034289"/>
            <a:ext cx="7909168" cy="1591386"/>
          </a:xfrm>
        </p:spPr>
        <p:txBody>
          <a:bodyPr anchor="b" anchorCtr="0"/>
          <a:lstStyle>
            <a:lvl1pPr algn="r">
              <a:defRPr sz="5300" b="1" cap="none" baseline="0">
                <a:solidFill>
                  <a:srgbClr val="0E3689"/>
                </a:solidFill>
              </a:defRPr>
            </a:lvl1pPr>
          </a:lstStyle>
          <a:p>
            <a:r>
              <a:rPr lang="en-US" dirty="0"/>
              <a:t>Section Title</a:t>
            </a:r>
          </a:p>
        </p:txBody>
      </p:sp>
      <p:sp>
        <p:nvSpPr>
          <p:cNvPr id="3" name="Text Placeholder 2"/>
          <p:cNvSpPr>
            <a:spLocks noGrp="1"/>
          </p:cNvSpPr>
          <p:nvPr>
            <p:ph type="body" idx="1" hasCustomPrompt="1"/>
          </p:nvPr>
        </p:nvSpPr>
        <p:spPr>
          <a:xfrm>
            <a:off x="3410606" y="3824300"/>
            <a:ext cx="7909168" cy="1018627"/>
          </a:xfrm>
          <a:prstGeom prst="rect">
            <a:avLst/>
          </a:prstGeom>
        </p:spPr>
        <p:txBody>
          <a:bodyPr anchor="t" anchorCtr="0">
            <a:noAutofit/>
          </a:bodyPr>
          <a:lstStyle>
            <a:lvl1pPr marL="0" indent="0" algn="r">
              <a:buNone/>
              <a:defRPr sz="2700" b="0">
                <a:solidFill>
                  <a:srgbClr val="1D9CE4"/>
                </a:solidFill>
              </a:defRPr>
            </a:lvl1pPr>
            <a:lvl2pPr marL="609443" indent="0">
              <a:buNone/>
              <a:defRPr sz="2400">
                <a:solidFill>
                  <a:schemeClr val="tx1">
                    <a:tint val="75000"/>
                  </a:schemeClr>
                </a:solidFill>
              </a:defRPr>
            </a:lvl2pPr>
            <a:lvl3pPr marL="1218885" indent="0">
              <a:buNone/>
              <a:defRPr sz="2100">
                <a:solidFill>
                  <a:schemeClr val="tx1">
                    <a:tint val="75000"/>
                  </a:schemeClr>
                </a:solidFill>
              </a:defRPr>
            </a:lvl3pPr>
            <a:lvl4pPr marL="1828328" indent="0">
              <a:buNone/>
              <a:defRPr sz="1900">
                <a:solidFill>
                  <a:schemeClr val="tx1">
                    <a:tint val="75000"/>
                  </a:schemeClr>
                </a:solidFill>
              </a:defRPr>
            </a:lvl4pPr>
            <a:lvl5pPr marL="2437771" indent="0">
              <a:buNone/>
              <a:defRPr sz="1900">
                <a:solidFill>
                  <a:schemeClr val="tx1">
                    <a:tint val="75000"/>
                  </a:schemeClr>
                </a:solidFill>
              </a:defRPr>
            </a:lvl5pPr>
            <a:lvl6pPr marL="3047213" indent="0">
              <a:buNone/>
              <a:defRPr sz="1900">
                <a:solidFill>
                  <a:schemeClr val="tx1">
                    <a:tint val="75000"/>
                  </a:schemeClr>
                </a:solidFill>
              </a:defRPr>
            </a:lvl6pPr>
            <a:lvl7pPr marL="3656656" indent="0">
              <a:buNone/>
              <a:defRPr sz="1900">
                <a:solidFill>
                  <a:schemeClr val="tx1">
                    <a:tint val="75000"/>
                  </a:schemeClr>
                </a:solidFill>
              </a:defRPr>
            </a:lvl7pPr>
            <a:lvl8pPr marL="4266097" indent="0">
              <a:buNone/>
              <a:defRPr sz="1900">
                <a:solidFill>
                  <a:schemeClr val="tx1">
                    <a:tint val="75000"/>
                  </a:schemeClr>
                </a:solidFill>
              </a:defRPr>
            </a:lvl8pPr>
            <a:lvl9pPr marL="4875541" indent="0">
              <a:buNone/>
              <a:defRPr sz="1900">
                <a:solidFill>
                  <a:schemeClr val="tx1">
                    <a:tint val="75000"/>
                  </a:schemeClr>
                </a:solidFill>
              </a:defRPr>
            </a:lvl9pPr>
          </a:lstStyle>
          <a:p>
            <a:pPr lvl="0"/>
            <a:r>
              <a:rPr lang="en-US" dirty="0"/>
              <a:t>Section Subtitle</a:t>
            </a:r>
          </a:p>
        </p:txBody>
      </p:sp>
      <p:cxnSp>
        <p:nvCxnSpPr>
          <p:cNvPr id="5" name="Straight Connector 4">
            <a:extLst>
              <a:ext uri="{FF2B5EF4-FFF2-40B4-BE49-F238E27FC236}">
                <a16:creationId xmlns:a16="http://schemas.microsoft.com/office/drawing/2014/main" id="{21D51101-8690-2A4A-89F5-D13814AF99A1}"/>
              </a:ext>
            </a:extLst>
          </p:cNvPr>
          <p:cNvCxnSpPr/>
          <p:nvPr userDrawn="1"/>
        </p:nvCxnSpPr>
        <p:spPr>
          <a:xfrm flipH="1">
            <a:off x="3410606" y="3724987"/>
            <a:ext cx="7909168" cy="0"/>
          </a:xfrm>
          <a:prstGeom prst="line">
            <a:avLst/>
          </a:prstGeom>
          <a:ln w="12700" cmpd="sng">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03882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CAEC6540-64C7-9747-877E-6D8504F5DE51}"/>
              </a:ext>
            </a:extLst>
          </p:cNvPr>
          <p:cNvSpPr>
            <a:spLocks noGrp="1"/>
          </p:cNvSpPr>
          <p:nvPr>
            <p:ph type="title"/>
          </p:nvPr>
        </p:nvSpPr>
        <p:spPr>
          <a:xfrm>
            <a:off x="355509" y="96296"/>
            <a:ext cx="11400661" cy="777240"/>
          </a:xfrm>
          <a:prstGeom prst="rect">
            <a:avLst/>
          </a:prstGeom>
        </p:spPr>
        <p:txBody>
          <a:bodyPr vert="horz" lIns="121888" tIns="60944" rIns="121888" bIns="60944" rtlCol="0" anchor="t" anchorCtr="0">
            <a:noAutofit/>
          </a:bodyPr>
          <a:lstStyle>
            <a:lvl1pPr>
              <a:defRPr sz="4400"/>
            </a:lvl1pPr>
          </a:lstStyle>
          <a:p>
            <a:r>
              <a:rPr lang="en-US" dirty="0"/>
              <a:t>Click to edit Master title</a:t>
            </a:r>
          </a:p>
        </p:txBody>
      </p:sp>
      <p:sp>
        <p:nvSpPr>
          <p:cNvPr id="13" name="Content Placeholder 12">
            <a:extLst>
              <a:ext uri="{FF2B5EF4-FFF2-40B4-BE49-F238E27FC236}">
                <a16:creationId xmlns:a16="http://schemas.microsoft.com/office/drawing/2014/main" id="{986DAD2F-D448-354C-9ACF-03ED78E9AF94}"/>
              </a:ext>
            </a:extLst>
          </p:cNvPr>
          <p:cNvSpPr>
            <a:spLocks noGrp="1"/>
          </p:cNvSpPr>
          <p:nvPr>
            <p:ph sz="quarter" idx="13"/>
          </p:nvPr>
        </p:nvSpPr>
        <p:spPr>
          <a:xfrm>
            <a:off x="354778" y="923073"/>
            <a:ext cx="11400660" cy="5385963"/>
          </a:xfrm>
          <a:prstGeom prst="rect">
            <a:avLst/>
          </a:prstGeom>
        </p:spPr>
        <p:txBody>
          <a:bodyPr/>
          <a:lstStyle>
            <a:lvl1pPr marL="274201" indent="-274201">
              <a:defRPr sz="3200"/>
            </a:lvl1pPr>
            <a:lvl2pPr marL="576072" indent="-274320">
              <a:defRPr sz="2800"/>
            </a:lvl2pPr>
            <a:lvl3pPr marL="868680" indent="-274320">
              <a:defRPr sz="2400"/>
            </a:lvl3pPr>
            <a:lvl4pPr marL="1143000" indent="-274320">
              <a:defRPr sz="2000"/>
            </a:lvl4pPr>
            <a:lvl5pPr marL="1435608" indent="-274320">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a:extLst>
              <a:ext uri="{FF2B5EF4-FFF2-40B4-BE49-F238E27FC236}">
                <a16:creationId xmlns:a16="http://schemas.microsoft.com/office/drawing/2014/main" id="{48344651-9BC3-804A-ABEF-ABD80FF3CEB8}"/>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Microchip Propietary and Confidential</a:t>
            </a:r>
            <a:endParaRPr lang="en-US" dirty="0">
              <a:latin typeface="Calibri Light" panose="020F0302020204030204" pitchFamily="34" charset="0"/>
              <a:cs typeface="Calibri Light" panose="020F0302020204030204" pitchFamily="34" charset="0"/>
            </a:endParaRPr>
          </a:p>
        </p:txBody>
      </p:sp>
      <p:sp>
        <p:nvSpPr>
          <p:cNvPr id="6" name="Slide Number Placeholder 8">
            <a:extLst>
              <a:ext uri="{FF2B5EF4-FFF2-40B4-BE49-F238E27FC236}">
                <a16:creationId xmlns:a16="http://schemas.microsoft.com/office/drawing/2014/main" id="{04FD760F-7C5E-4E44-B69C-EB85837D793F}"/>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grpSp>
        <p:nvGrpSpPr>
          <p:cNvPr id="9" name="Group 8">
            <a:extLst>
              <a:ext uri="{FF2B5EF4-FFF2-40B4-BE49-F238E27FC236}">
                <a16:creationId xmlns:a16="http://schemas.microsoft.com/office/drawing/2014/main" id="{F6C4036F-02D0-6547-A814-7D5AACFEC9E8}"/>
              </a:ext>
            </a:extLst>
          </p:cNvPr>
          <p:cNvGrpSpPr/>
          <p:nvPr userDrawn="1"/>
        </p:nvGrpSpPr>
        <p:grpSpPr>
          <a:xfrm>
            <a:off x="3984798" y="6596323"/>
            <a:ext cx="3594287" cy="261677"/>
            <a:chOff x="3984798" y="6596323"/>
            <a:chExt cx="3594287" cy="261677"/>
          </a:xfrm>
        </p:grpSpPr>
        <p:sp>
          <p:nvSpPr>
            <p:cNvPr id="10" name="TextBox 9">
              <a:extLst>
                <a:ext uri="{FF2B5EF4-FFF2-40B4-BE49-F238E27FC236}">
                  <a16:creationId xmlns:a16="http://schemas.microsoft.com/office/drawing/2014/main" id="{9932804D-F1B0-0D45-8469-4C00B2E72DCD}"/>
                </a:ext>
              </a:extLst>
            </p:cNvPr>
            <p:cNvSpPr txBox="1"/>
            <p:nvPr userDrawn="1"/>
          </p:nvSpPr>
          <p:spPr>
            <a:xfrm>
              <a:off x="3984798" y="6596323"/>
              <a:ext cx="3594287" cy="246221"/>
            </a:xfrm>
            <a:prstGeom prst="rect">
              <a:avLst/>
            </a:prstGeom>
            <a:noFill/>
          </p:spPr>
          <p:txBody>
            <a:bodyPr wrap="square" rtlCol="0">
              <a:spAutoFit/>
            </a:bodyPr>
            <a:lstStyle/>
            <a:p>
              <a:pPr algn="r"/>
              <a:fld id="{1CA5AD87-2C2E-CE40-A88B-1ABF9938A991}" type="datetime3">
                <a:rPr lang="en-US" sz="1000" smtClean="0">
                  <a:solidFill>
                    <a:schemeClr val="bg1">
                      <a:lumMod val="65000"/>
                    </a:schemeClr>
                  </a:solidFill>
                </a:rPr>
                <a:t>21 July 2026</a:t>
              </a:fld>
              <a:r>
                <a:rPr lang="en-US" sz="1000" dirty="0">
                  <a:solidFill>
                    <a:schemeClr val="bg1">
                      <a:lumMod val="65000"/>
                    </a:schemeClr>
                  </a:solidFill>
                </a:rPr>
                <a:t> Microchip Technology Inc. and its subsidiaries</a:t>
              </a:r>
            </a:p>
          </p:txBody>
        </p:sp>
        <p:sp>
          <p:nvSpPr>
            <p:cNvPr id="11" name="Rectangle 10">
              <a:extLst>
                <a:ext uri="{FF2B5EF4-FFF2-40B4-BE49-F238E27FC236}">
                  <a16:creationId xmlns:a16="http://schemas.microsoft.com/office/drawing/2014/main" id="{91A83DFC-2408-9140-996A-1BFC995DB1BA}"/>
                </a:ext>
              </a:extLst>
            </p:cNvPr>
            <p:cNvSpPr/>
            <p:nvPr userDrawn="1"/>
          </p:nvSpPr>
          <p:spPr>
            <a:xfrm>
              <a:off x="4070555" y="6611779"/>
              <a:ext cx="747251" cy="23076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2" name="TextBox 11">
              <a:extLst>
                <a:ext uri="{FF2B5EF4-FFF2-40B4-BE49-F238E27FC236}">
                  <a16:creationId xmlns:a16="http://schemas.microsoft.com/office/drawing/2014/main" id="{01B3A264-B363-DC44-BE09-4733DFA5AC2F}"/>
                </a:ext>
              </a:extLst>
            </p:cNvPr>
            <p:cNvSpPr txBox="1"/>
            <p:nvPr userDrawn="1"/>
          </p:nvSpPr>
          <p:spPr>
            <a:xfrm>
              <a:off x="4611329" y="6611779"/>
              <a:ext cx="284763" cy="246221"/>
            </a:xfrm>
            <a:prstGeom prst="rect">
              <a:avLst/>
            </a:prstGeom>
            <a:noFill/>
          </p:spPr>
          <p:txBody>
            <a:bodyPr wrap="square" rtlCol="0">
              <a:spAutoFit/>
            </a:bodyPr>
            <a:lstStyle/>
            <a:p>
              <a:pPr algn="r"/>
              <a:r>
                <a:rPr lang="en-US" sz="1000" dirty="0">
                  <a:solidFill>
                    <a:schemeClr val="bg1">
                      <a:lumMod val="65000"/>
                    </a:schemeClr>
                  </a:solidFill>
                </a:rPr>
                <a:t>©</a:t>
              </a:r>
            </a:p>
          </p:txBody>
        </p:sp>
      </p:grpSp>
    </p:spTree>
    <p:extLst>
      <p:ext uri="{BB962C8B-B14F-4D97-AF65-F5344CB8AC3E}">
        <p14:creationId xmlns:p14="http://schemas.microsoft.com/office/powerpoint/2010/main" val="30683038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B9BB9-8088-1B4E-AA38-17BC94EF144E}"/>
              </a:ext>
            </a:extLst>
          </p:cNvPr>
          <p:cNvSpPr>
            <a:spLocks noGrp="1"/>
          </p:cNvSpPr>
          <p:nvPr>
            <p:ph type="title"/>
          </p:nvPr>
        </p:nvSpPr>
        <p:spPr>
          <a:xfrm>
            <a:off x="355509" y="96295"/>
            <a:ext cx="11400661" cy="777240"/>
          </a:xfrm>
        </p:spPr>
        <p:txBody>
          <a:bodyPr/>
          <a:lstStyle/>
          <a:p>
            <a:r>
              <a:rPr lang="en-US" dirty="0"/>
              <a:t>Click to edit Master title</a:t>
            </a:r>
          </a:p>
        </p:txBody>
      </p:sp>
      <p:sp>
        <p:nvSpPr>
          <p:cNvPr id="10" name="Text Placeholder 9">
            <a:extLst>
              <a:ext uri="{FF2B5EF4-FFF2-40B4-BE49-F238E27FC236}">
                <a16:creationId xmlns:a16="http://schemas.microsoft.com/office/drawing/2014/main" id="{B5F3DB77-FEA1-E44C-9C5F-88B2D4B5D283}"/>
              </a:ext>
            </a:extLst>
          </p:cNvPr>
          <p:cNvSpPr>
            <a:spLocks noGrp="1"/>
          </p:cNvSpPr>
          <p:nvPr>
            <p:ph type="body" sz="quarter" idx="13" hasCustomPrompt="1"/>
          </p:nvPr>
        </p:nvSpPr>
        <p:spPr>
          <a:xfrm>
            <a:off x="368603" y="831986"/>
            <a:ext cx="11400661" cy="428625"/>
          </a:xfrm>
          <a:prstGeom prst="rect">
            <a:avLst/>
          </a:prstGeom>
        </p:spPr>
        <p:txBody>
          <a:bodyPr anchor="ctr">
            <a:noAutofit/>
          </a:bodyPr>
          <a:lstStyle>
            <a:lvl1pPr marL="0" indent="0">
              <a:buNone/>
              <a:defRPr>
                <a:solidFill>
                  <a:srgbClr val="1D9CE4"/>
                </a:solidFill>
              </a:defRPr>
            </a:lvl1pPr>
          </a:lstStyle>
          <a:p>
            <a:pPr lvl="0"/>
            <a:r>
              <a:rPr lang="en-US" b="1" kern="0" dirty="0">
                <a:solidFill>
                  <a:srgbClr val="45A8C4"/>
                </a:solidFill>
                <a:latin typeface="+mn-lt"/>
                <a:cs typeface="Calibri"/>
              </a:rPr>
              <a:t>Subtitle</a:t>
            </a:r>
            <a:endParaRPr lang="en-US" dirty="0"/>
          </a:p>
        </p:txBody>
      </p:sp>
      <p:sp>
        <p:nvSpPr>
          <p:cNvPr id="6" name="Content Placeholder 12">
            <a:extLst>
              <a:ext uri="{FF2B5EF4-FFF2-40B4-BE49-F238E27FC236}">
                <a16:creationId xmlns:a16="http://schemas.microsoft.com/office/drawing/2014/main" id="{955162B4-304F-5841-8C1A-37D23DCFC924}"/>
              </a:ext>
            </a:extLst>
          </p:cNvPr>
          <p:cNvSpPr>
            <a:spLocks noGrp="1"/>
          </p:cNvSpPr>
          <p:nvPr>
            <p:ph sz="quarter" idx="15"/>
          </p:nvPr>
        </p:nvSpPr>
        <p:spPr>
          <a:xfrm>
            <a:off x="355509" y="1403852"/>
            <a:ext cx="11400660" cy="4905184"/>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a:extLst>
              <a:ext uri="{FF2B5EF4-FFF2-40B4-BE49-F238E27FC236}">
                <a16:creationId xmlns:a16="http://schemas.microsoft.com/office/drawing/2014/main" id="{DC4207E9-C13E-1647-9F09-C18700780875}"/>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Microchip Propietary and Confidential</a:t>
            </a:r>
            <a:endParaRPr lang="en-US" dirty="0">
              <a:latin typeface="Calibri Light" panose="020F0302020204030204" pitchFamily="34" charset="0"/>
              <a:cs typeface="Calibri Light" panose="020F0302020204030204" pitchFamily="34" charset="0"/>
            </a:endParaRPr>
          </a:p>
        </p:txBody>
      </p:sp>
      <p:sp>
        <p:nvSpPr>
          <p:cNvPr id="8" name="Slide Number Placeholder 8">
            <a:extLst>
              <a:ext uri="{FF2B5EF4-FFF2-40B4-BE49-F238E27FC236}">
                <a16:creationId xmlns:a16="http://schemas.microsoft.com/office/drawing/2014/main" id="{E1704FFC-4F15-324D-96E6-976EE1494825}"/>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grpSp>
        <p:nvGrpSpPr>
          <p:cNvPr id="9" name="Group 8">
            <a:extLst>
              <a:ext uri="{FF2B5EF4-FFF2-40B4-BE49-F238E27FC236}">
                <a16:creationId xmlns:a16="http://schemas.microsoft.com/office/drawing/2014/main" id="{BF42D503-9A96-D64F-9F2A-686838B59E92}"/>
              </a:ext>
            </a:extLst>
          </p:cNvPr>
          <p:cNvGrpSpPr/>
          <p:nvPr userDrawn="1"/>
        </p:nvGrpSpPr>
        <p:grpSpPr>
          <a:xfrm>
            <a:off x="3984798" y="6596323"/>
            <a:ext cx="3594287" cy="261677"/>
            <a:chOff x="3984798" y="6596323"/>
            <a:chExt cx="3594287" cy="261677"/>
          </a:xfrm>
        </p:grpSpPr>
        <p:sp>
          <p:nvSpPr>
            <p:cNvPr id="11" name="TextBox 10">
              <a:extLst>
                <a:ext uri="{FF2B5EF4-FFF2-40B4-BE49-F238E27FC236}">
                  <a16:creationId xmlns:a16="http://schemas.microsoft.com/office/drawing/2014/main" id="{E79DA906-E77A-5240-98D3-F3FA40331838}"/>
                </a:ext>
              </a:extLst>
            </p:cNvPr>
            <p:cNvSpPr txBox="1"/>
            <p:nvPr userDrawn="1"/>
          </p:nvSpPr>
          <p:spPr>
            <a:xfrm>
              <a:off x="3984798" y="6596323"/>
              <a:ext cx="3594287" cy="246221"/>
            </a:xfrm>
            <a:prstGeom prst="rect">
              <a:avLst/>
            </a:prstGeom>
            <a:noFill/>
          </p:spPr>
          <p:txBody>
            <a:bodyPr wrap="square" rtlCol="0">
              <a:spAutoFit/>
            </a:bodyPr>
            <a:lstStyle/>
            <a:p>
              <a:pPr algn="r"/>
              <a:fld id="{6B651317-B18C-E948-B990-13010FE9F46D}" type="datetime3">
                <a:rPr lang="en-US" sz="1000" smtClean="0">
                  <a:solidFill>
                    <a:schemeClr val="bg1">
                      <a:lumMod val="65000"/>
                    </a:schemeClr>
                  </a:solidFill>
                </a:rPr>
                <a:t>21 July 2026</a:t>
              </a:fld>
              <a:r>
                <a:rPr lang="en-US" sz="1000" dirty="0">
                  <a:solidFill>
                    <a:schemeClr val="bg1">
                      <a:lumMod val="65000"/>
                    </a:schemeClr>
                  </a:solidFill>
                </a:rPr>
                <a:t> Microchip Technology Inc. and its subsidiaries</a:t>
              </a:r>
            </a:p>
          </p:txBody>
        </p:sp>
        <p:sp>
          <p:nvSpPr>
            <p:cNvPr id="12" name="Rectangle 11">
              <a:extLst>
                <a:ext uri="{FF2B5EF4-FFF2-40B4-BE49-F238E27FC236}">
                  <a16:creationId xmlns:a16="http://schemas.microsoft.com/office/drawing/2014/main" id="{18C4F890-E5A4-0844-9DAE-418C6FA03CF4}"/>
                </a:ext>
              </a:extLst>
            </p:cNvPr>
            <p:cNvSpPr/>
            <p:nvPr userDrawn="1"/>
          </p:nvSpPr>
          <p:spPr>
            <a:xfrm>
              <a:off x="4070555" y="6611779"/>
              <a:ext cx="747251" cy="23076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3" name="TextBox 12">
              <a:extLst>
                <a:ext uri="{FF2B5EF4-FFF2-40B4-BE49-F238E27FC236}">
                  <a16:creationId xmlns:a16="http://schemas.microsoft.com/office/drawing/2014/main" id="{8747B63C-8A0B-7B43-8B1E-3F2EE21776C4}"/>
                </a:ext>
              </a:extLst>
            </p:cNvPr>
            <p:cNvSpPr txBox="1"/>
            <p:nvPr userDrawn="1"/>
          </p:nvSpPr>
          <p:spPr>
            <a:xfrm>
              <a:off x="4611329" y="6611779"/>
              <a:ext cx="284763" cy="246221"/>
            </a:xfrm>
            <a:prstGeom prst="rect">
              <a:avLst/>
            </a:prstGeom>
            <a:noFill/>
          </p:spPr>
          <p:txBody>
            <a:bodyPr wrap="square" rtlCol="0">
              <a:spAutoFit/>
            </a:bodyPr>
            <a:lstStyle/>
            <a:p>
              <a:pPr algn="r"/>
              <a:r>
                <a:rPr lang="en-US" sz="1000" dirty="0">
                  <a:solidFill>
                    <a:schemeClr val="bg1">
                      <a:lumMod val="65000"/>
                    </a:schemeClr>
                  </a:solidFill>
                </a:rPr>
                <a:t>©</a:t>
              </a:r>
            </a:p>
          </p:txBody>
        </p:sp>
      </p:grpSp>
    </p:spTree>
    <p:extLst>
      <p:ext uri="{BB962C8B-B14F-4D97-AF65-F5344CB8AC3E}">
        <p14:creationId xmlns:p14="http://schemas.microsoft.com/office/powerpoint/2010/main" val="3440774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Line Title and Content">
    <p:spTree>
      <p:nvGrpSpPr>
        <p:cNvPr id="1" name=""/>
        <p:cNvGrpSpPr/>
        <p:nvPr/>
      </p:nvGrpSpPr>
      <p:grpSpPr>
        <a:xfrm>
          <a:off x="0" y="0"/>
          <a:ext cx="0" cy="0"/>
          <a:chOff x="0" y="0"/>
          <a:chExt cx="0" cy="0"/>
        </a:xfrm>
      </p:grpSpPr>
      <p:sp>
        <p:nvSpPr>
          <p:cNvPr id="6" name="Content Placeholder 12">
            <a:extLst>
              <a:ext uri="{FF2B5EF4-FFF2-40B4-BE49-F238E27FC236}">
                <a16:creationId xmlns:a16="http://schemas.microsoft.com/office/drawing/2014/main" id="{955162B4-304F-5841-8C1A-37D23DCFC924}"/>
              </a:ext>
            </a:extLst>
          </p:cNvPr>
          <p:cNvSpPr>
            <a:spLocks noGrp="1"/>
          </p:cNvSpPr>
          <p:nvPr>
            <p:ph sz="quarter" idx="15"/>
          </p:nvPr>
        </p:nvSpPr>
        <p:spPr>
          <a:xfrm>
            <a:off x="355509" y="1626375"/>
            <a:ext cx="11400660" cy="4664076"/>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Placeholder 1">
            <a:extLst>
              <a:ext uri="{FF2B5EF4-FFF2-40B4-BE49-F238E27FC236}">
                <a16:creationId xmlns:a16="http://schemas.microsoft.com/office/drawing/2014/main" id="{098AAA9D-2041-3B4F-8508-758963B7970D}"/>
              </a:ext>
            </a:extLst>
          </p:cNvPr>
          <p:cNvSpPr>
            <a:spLocks noGrp="1"/>
          </p:cNvSpPr>
          <p:nvPr>
            <p:ph type="title"/>
          </p:nvPr>
        </p:nvSpPr>
        <p:spPr>
          <a:xfrm>
            <a:off x="355509" y="96296"/>
            <a:ext cx="11400661" cy="1489280"/>
          </a:xfrm>
          <a:prstGeom prst="rect">
            <a:avLst/>
          </a:prstGeom>
        </p:spPr>
        <p:txBody>
          <a:bodyPr vert="horz" lIns="121888" tIns="60944" rIns="121888" bIns="60944" rtlCol="0" anchor="t" anchorCtr="0">
            <a:noAutofit/>
          </a:bodyPr>
          <a:lstStyle/>
          <a:p>
            <a:r>
              <a:rPr lang="en-US" dirty="0"/>
              <a:t>Click to edit Master title</a:t>
            </a:r>
          </a:p>
        </p:txBody>
      </p:sp>
      <p:sp>
        <p:nvSpPr>
          <p:cNvPr id="5" name="Footer Placeholder 4">
            <a:extLst>
              <a:ext uri="{FF2B5EF4-FFF2-40B4-BE49-F238E27FC236}">
                <a16:creationId xmlns:a16="http://schemas.microsoft.com/office/drawing/2014/main" id="{516A6C8C-5670-1242-B987-55F42BAD97D1}"/>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Microchip Propietary and Confidential</a:t>
            </a:r>
            <a:endParaRPr lang="en-US" dirty="0">
              <a:latin typeface="Calibri Light" panose="020F0302020204030204" pitchFamily="34" charset="0"/>
              <a:cs typeface="Calibri Light" panose="020F0302020204030204" pitchFamily="34" charset="0"/>
            </a:endParaRPr>
          </a:p>
        </p:txBody>
      </p:sp>
      <p:sp>
        <p:nvSpPr>
          <p:cNvPr id="8" name="Slide Number Placeholder 8">
            <a:extLst>
              <a:ext uri="{FF2B5EF4-FFF2-40B4-BE49-F238E27FC236}">
                <a16:creationId xmlns:a16="http://schemas.microsoft.com/office/drawing/2014/main" id="{AD67FA37-0073-AF47-8F1C-C046BC1C223C}"/>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grpSp>
        <p:nvGrpSpPr>
          <p:cNvPr id="9" name="Group 8">
            <a:extLst>
              <a:ext uri="{FF2B5EF4-FFF2-40B4-BE49-F238E27FC236}">
                <a16:creationId xmlns:a16="http://schemas.microsoft.com/office/drawing/2014/main" id="{FD1FA29F-D3D1-B743-BF1F-4F74E9BFBE96}"/>
              </a:ext>
            </a:extLst>
          </p:cNvPr>
          <p:cNvGrpSpPr/>
          <p:nvPr userDrawn="1"/>
        </p:nvGrpSpPr>
        <p:grpSpPr>
          <a:xfrm>
            <a:off x="3984798" y="6596323"/>
            <a:ext cx="3594287" cy="261677"/>
            <a:chOff x="3984798" y="6596323"/>
            <a:chExt cx="3594287" cy="261677"/>
          </a:xfrm>
        </p:grpSpPr>
        <p:sp>
          <p:nvSpPr>
            <p:cNvPr id="10" name="TextBox 9">
              <a:extLst>
                <a:ext uri="{FF2B5EF4-FFF2-40B4-BE49-F238E27FC236}">
                  <a16:creationId xmlns:a16="http://schemas.microsoft.com/office/drawing/2014/main" id="{C4D98CAA-53AB-CA40-BB99-AC8568C9C965}"/>
                </a:ext>
              </a:extLst>
            </p:cNvPr>
            <p:cNvSpPr txBox="1"/>
            <p:nvPr userDrawn="1"/>
          </p:nvSpPr>
          <p:spPr>
            <a:xfrm>
              <a:off x="3984798" y="6596323"/>
              <a:ext cx="3594287" cy="246221"/>
            </a:xfrm>
            <a:prstGeom prst="rect">
              <a:avLst/>
            </a:prstGeom>
            <a:noFill/>
          </p:spPr>
          <p:txBody>
            <a:bodyPr wrap="square" rtlCol="0">
              <a:spAutoFit/>
            </a:bodyPr>
            <a:lstStyle/>
            <a:p>
              <a:pPr algn="r"/>
              <a:fld id="{493471D4-F779-B244-9C40-C480DA421F1D}" type="datetime3">
                <a:rPr lang="en-US" sz="1000" smtClean="0">
                  <a:solidFill>
                    <a:schemeClr val="bg1">
                      <a:lumMod val="65000"/>
                    </a:schemeClr>
                  </a:solidFill>
                </a:rPr>
                <a:t>21 July 2026</a:t>
              </a:fld>
              <a:r>
                <a:rPr lang="en-US" sz="1000" dirty="0">
                  <a:solidFill>
                    <a:schemeClr val="bg1">
                      <a:lumMod val="65000"/>
                    </a:schemeClr>
                  </a:solidFill>
                </a:rPr>
                <a:t> Microchip Technology Inc. and its subsidiaries</a:t>
              </a:r>
            </a:p>
          </p:txBody>
        </p:sp>
        <p:sp>
          <p:nvSpPr>
            <p:cNvPr id="11" name="Rectangle 10">
              <a:extLst>
                <a:ext uri="{FF2B5EF4-FFF2-40B4-BE49-F238E27FC236}">
                  <a16:creationId xmlns:a16="http://schemas.microsoft.com/office/drawing/2014/main" id="{135653C1-7F81-CF47-B063-A8C4BC3DF144}"/>
                </a:ext>
              </a:extLst>
            </p:cNvPr>
            <p:cNvSpPr/>
            <p:nvPr userDrawn="1"/>
          </p:nvSpPr>
          <p:spPr>
            <a:xfrm>
              <a:off x="4070555" y="6611779"/>
              <a:ext cx="747251" cy="23076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2" name="TextBox 11">
              <a:extLst>
                <a:ext uri="{FF2B5EF4-FFF2-40B4-BE49-F238E27FC236}">
                  <a16:creationId xmlns:a16="http://schemas.microsoft.com/office/drawing/2014/main" id="{713EB453-955B-B940-9782-A882942161A9}"/>
                </a:ext>
              </a:extLst>
            </p:cNvPr>
            <p:cNvSpPr txBox="1"/>
            <p:nvPr userDrawn="1"/>
          </p:nvSpPr>
          <p:spPr>
            <a:xfrm>
              <a:off x="4611329" y="6611779"/>
              <a:ext cx="284763" cy="246221"/>
            </a:xfrm>
            <a:prstGeom prst="rect">
              <a:avLst/>
            </a:prstGeom>
            <a:noFill/>
          </p:spPr>
          <p:txBody>
            <a:bodyPr wrap="square" rtlCol="0">
              <a:spAutoFit/>
            </a:bodyPr>
            <a:lstStyle/>
            <a:p>
              <a:pPr algn="r"/>
              <a:r>
                <a:rPr lang="en-US" sz="1000" dirty="0">
                  <a:solidFill>
                    <a:schemeClr val="bg1">
                      <a:lumMod val="65000"/>
                    </a:schemeClr>
                  </a:solidFill>
                </a:rPr>
                <a:t>©</a:t>
              </a:r>
            </a:p>
          </p:txBody>
        </p:sp>
      </p:grpSp>
    </p:spTree>
    <p:extLst>
      <p:ext uri="{BB962C8B-B14F-4D97-AF65-F5344CB8AC3E}">
        <p14:creationId xmlns:p14="http://schemas.microsoft.com/office/powerpoint/2010/main" val="2829715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14ABC63-0F02-3D4C-B5A8-224D9EF04437}"/>
              </a:ext>
            </a:extLst>
          </p:cNvPr>
          <p:cNvSpPr>
            <a:spLocks noGrp="1"/>
          </p:cNvSpPr>
          <p:nvPr>
            <p:ph type="title"/>
          </p:nvPr>
        </p:nvSpPr>
        <p:spPr>
          <a:xfrm>
            <a:off x="355509" y="96297"/>
            <a:ext cx="11400661" cy="777240"/>
          </a:xfrm>
        </p:spPr>
        <p:txBody>
          <a:bodyPr/>
          <a:lstStyle/>
          <a:p>
            <a:r>
              <a:rPr lang="en-US" dirty="0"/>
              <a:t>Click to edit Master title</a:t>
            </a:r>
          </a:p>
        </p:txBody>
      </p:sp>
      <p:sp>
        <p:nvSpPr>
          <p:cNvPr id="7" name="Content Placeholder 12">
            <a:extLst>
              <a:ext uri="{FF2B5EF4-FFF2-40B4-BE49-F238E27FC236}">
                <a16:creationId xmlns:a16="http://schemas.microsoft.com/office/drawing/2014/main" id="{2EFF8C43-59A6-4644-B04E-6AE187BD55D1}"/>
              </a:ext>
            </a:extLst>
          </p:cNvPr>
          <p:cNvSpPr>
            <a:spLocks noGrp="1"/>
          </p:cNvSpPr>
          <p:nvPr>
            <p:ph sz="quarter" idx="15"/>
          </p:nvPr>
        </p:nvSpPr>
        <p:spPr>
          <a:xfrm>
            <a:off x="355509" y="929269"/>
            <a:ext cx="5505846" cy="5374679"/>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2">
            <a:extLst>
              <a:ext uri="{FF2B5EF4-FFF2-40B4-BE49-F238E27FC236}">
                <a16:creationId xmlns:a16="http://schemas.microsoft.com/office/drawing/2014/main" id="{69F5C3FF-72D2-604B-A6AF-63E081CA68F8}"/>
              </a:ext>
            </a:extLst>
          </p:cNvPr>
          <p:cNvSpPr>
            <a:spLocks noGrp="1"/>
          </p:cNvSpPr>
          <p:nvPr>
            <p:ph sz="quarter" idx="16"/>
          </p:nvPr>
        </p:nvSpPr>
        <p:spPr>
          <a:xfrm>
            <a:off x="6250324" y="929270"/>
            <a:ext cx="5505846" cy="5374678"/>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a:extLst>
              <a:ext uri="{FF2B5EF4-FFF2-40B4-BE49-F238E27FC236}">
                <a16:creationId xmlns:a16="http://schemas.microsoft.com/office/drawing/2014/main" id="{3872A14E-E83F-9541-B766-352B85366E62}"/>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Microchip Propietary and Confidential</a:t>
            </a:r>
            <a:endParaRPr lang="en-US" dirty="0">
              <a:latin typeface="Calibri Light" panose="020F0302020204030204" pitchFamily="34" charset="0"/>
              <a:cs typeface="Calibri Light" panose="020F0302020204030204" pitchFamily="34" charset="0"/>
            </a:endParaRPr>
          </a:p>
        </p:txBody>
      </p:sp>
      <p:sp>
        <p:nvSpPr>
          <p:cNvPr id="8" name="Slide Number Placeholder 8">
            <a:extLst>
              <a:ext uri="{FF2B5EF4-FFF2-40B4-BE49-F238E27FC236}">
                <a16:creationId xmlns:a16="http://schemas.microsoft.com/office/drawing/2014/main" id="{78986A39-4957-2843-AFDE-E6160A6C0548}"/>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grpSp>
        <p:nvGrpSpPr>
          <p:cNvPr id="11" name="Group 10">
            <a:extLst>
              <a:ext uri="{FF2B5EF4-FFF2-40B4-BE49-F238E27FC236}">
                <a16:creationId xmlns:a16="http://schemas.microsoft.com/office/drawing/2014/main" id="{E82C2564-89A5-B045-B11D-EC2B6C4EF263}"/>
              </a:ext>
            </a:extLst>
          </p:cNvPr>
          <p:cNvGrpSpPr/>
          <p:nvPr userDrawn="1"/>
        </p:nvGrpSpPr>
        <p:grpSpPr>
          <a:xfrm>
            <a:off x="3984798" y="6596323"/>
            <a:ext cx="3594287" cy="261677"/>
            <a:chOff x="3984798" y="6596323"/>
            <a:chExt cx="3594287" cy="261677"/>
          </a:xfrm>
        </p:grpSpPr>
        <p:sp>
          <p:nvSpPr>
            <p:cNvPr id="12" name="TextBox 11">
              <a:extLst>
                <a:ext uri="{FF2B5EF4-FFF2-40B4-BE49-F238E27FC236}">
                  <a16:creationId xmlns:a16="http://schemas.microsoft.com/office/drawing/2014/main" id="{B46810D8-1F1D-2E44-98D2-9655BDEBA9A9}"/>
                </a:ext>
              </a:extLst>
            </p:cNvPr>
            <p:cNvSpPr txBox="1"/>
            <p:nvPr userDrawn="1"/>
          </p:nvSpPr>
          <p:spPr>
            <a:xfrm>
              <a:off x="3984798" y="6596323"/>
              <a:ext cx="3594287" cy="246221"/>
            </a:xfrm>
            <a:prstGeom prst="rect">
              <a:avLst/>
            </a:prstGeom>
            <a:noFill/>
          </p:spPr>
          <p:txBody>
            <a:bodyPr wrap="square" rtlCol="0">
              <a:spAutoFit/>
            </a:bodyPr>
            <a:lstStyle/>
            <a:p>
              <a:pPr algn="r"/>
              <a:fld id="{D5B9D91C-B319-6740-B041-91E92A828C26}" type="datetime3">
                <a:rPr lang="en-US" sz="1000" smtClean="0">
                  <a:solidFill>
                    <a:schemeClr val="bg1">
                      <a:lumMod val="65000"/>
                    </a:schemeClr>
                  </a:solidFill>
                </a:rPr>
                <a:t>21 July 2026</a:t>
              </a:fld>
              <a:r>
                <a:rPr lang="en-US" sz="1000" dirty="0">
                  <a:solidFill>
                    <a:schemeClr val="bg1">
                      <a:lumMod val="65000"/>
                    </a:schemeClr>
                  </a:solidFill>
                </a:rPr>
                <a:t> Microchip Technology Inc. and its subsidiaries</a:t>
              </a:r>
            </a:p>
          </p:txBody>
        </p:sp>
        <p:sp>
          <p:nvSpPr>
            <p:cNvPr id="13" name="Rectangle 12">
              <a:extLst>
                <a:ext uri="{FF2B5EF4-FFF2-40B4-BE49-F238E27FC236}">
                  <a16:creationId xmlns:a16="http://schemas.microsoft.com/office/drawing/2014/main" id="{8CD45905-001C-3245-A3FD-ABDBA73B7BBC}"/>
                </a:ext>
              </a:extLst>
            </p:cNvPr>
            <p:cNvSpPr/>
            <p:nvPr userDrawn="1"/>
          </p:nvSpPr>
          <p:spPr>
            <a:xfrm>
              <a:off x="4070555" y="6611779"/>
              <a:ext cx="747251" cy="23076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4" name="TextBox 13">
              <a:extLst>
                <a:ext uri="{FF2B5EF4-FFF2-40B4-BE49-F238E27FC236}">
                  <a16:creationId xmlns:a16="http://schemas.microsoft.com/office/drawing/2014/main" id="{CF045E37-2F57-AB4C-8037-7C0BF70F4E15}"/>
                </a:ext>
              </a:extLst>
            </p:cNvPr>
            <p:cNvSpPr txBox="1"/>
            <p:nvPr userDrawn="1"/>
          </p:nvSpPr>
          <p:spPr>
            <a:xfrm>
              <a:off x="4611329" y="6611779"/>
              <a:ext cx="284763" cy="246221"/>
            </a:xfrm>
            <a:prstGeom prst="rect">
              <a:avLst/>
            </a:prstGeom>
            <a:noFill/>
          </p:spPr>
          <p:txBody>
            <a:bodyPr wrap="square" rtlCol="0">
              <a:spAutoFit/>
            </a:bodyPr>
            <a:lstStyle/>
            <a:p>
              <a:pPr algn="r"/>
              <a:r>
                <a:rPr lang="en-US" sz="1000" dirty="0">
                  <a:solidFill>
                    <a:schemeClr val="bg1">
                      <a:lumMod val="65000"/>
                    </a:schemeClr>
                  </a:solidFill>
                </a:rPr>
                <a:t>©</a:t>
              </a:r>
            </a:p>
          </p:txBody>
        </p:sp>
      </p:grpSp>
    </p:spTree>
    <p:extLst>
      <p:ext uri="{BB962C8B-B14F-4D97-AF65-F5344CB8AC3E}">
        <p14:creationId xmlns:p14="http://schemas.microsoft.com/office/powerpoint/2010/main" val="154026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 Subtitl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14ABC63-0F02-3D4C-B5A8-224D9EF04437}"/>
              </a:ext>
            </a:extLst>
          </p:cNvPr>
          <p:cNvSpPr>
            <a:spLocks noGrp="1"/>
          </p:cNvSpPr>
          <p:nvPr>
            <p:ph type="title"/>
          </p:nvPr>
        </p:nvSpPr>
        <p:spPr>
          <a:xfrm>
            <a:off x="355509" y="96297"/>
            <a:ext cx="11400661" cy="777240"/>
          </a:xfrm>
        </p:spPr>
        <p:txBody>
          <a:bodyPr>
            <a:noAutofit/>
          </a:bodyPr>
          <a:lstStyle/>
          <a:p>
            <a:r>
              <a:rPr lang="en-US" dirty="0"/>
              <a:t>Click to edit Master title</a:t>
            </a:r>
          </a:p>
        </p:txBody>
      </p:sp>
      <p:sp>
        <p:nvSpPr>
          <p:cNvPr id="6" name="Text Placeholder 9">
            <a:extLst>
              <a:ext uri="{FF2B5EF4-FFF2-40B4-BE49-F238E27FC236}">
                <a16:creationId xmlns:a16="http://schemas.microsoft.com/office/drawing/2014/main" id="{EF0C5114-81F0-6D40-9DA2-1EA66CC7C6BC}"/>
              </a:ext>
            </a:extLst>
          </p:cNvPr>
          <p:cNvSpPr>
            <a:spLocks noGrp="1"/>
          </p:cNvSpPr>
          <p:nvPr>
            <p:ph type="body" sz="quarter" idx="13" hasCustomPrompt="1"/>
          </p:nvPr>
        </p:nvSpPr>
        <p:spPr>
          <a:xfrm>
            <a:off x="368603" y="831986"/>
            <a:ext cx="11400661" cy="428625"/>
          </a:xfrm>
          <a:prstGeom prst="rect">
            <a:avLst/>
          </a:prstGeom>
        </p:spPr>
        <p:txBody>
          <a:bodyPr anchor="ctr">
            <a:noAutofit/>
          </a:bodyPr>
          <a:lstStyle>
            <a:lvl1pPr marL="0" indent="0">
              <a:buNone/>
              <a:defRPr>
                <a:solidFill>
                  <a:srgbClr val="1D9CE4"/>
                </a:solidFill>
              </a:defRPr>
            </a:lvl1pPr>
          </a:lstStyle>
          <a:p>
            <a:pPr lvl="0"/>
            <a:r>
              <a:rPr lang="en-US" b="1" kern="0" dirty="0">
                <a:solidFill>
                  <a:srgbClr val="45A8C4"/>
                </a:solidFill>
                <a:latin typeface="+mn-lt"/>
                <a:cs typeface="Calibri"/>
              </a:rPr>
              <a:t>Subtitle</a:t>
            </a:r>
            <a:endParaRPr lang="en-US" dirty="0"/>
          </a:p>
        </p:txBody>
      </p:sp>
      <p:sp>
        <p:nvSpPr>
          <p:cNvPr id="10" name="Content Placeholder 12">
            <a:extLst>
              <a:ext uri="{FF2B5EF4-FFF2-40B4-BE49-F238E27FC236}">
                <a16:creationId xmlns:a16="http://schemas.microsoft.com/office/drawing/2014/main" id="{4354C555-752C-5946-99B7-1752C8A6C9F8}"/>
              </a:ext>
            </a:extLst>
          </p:cNvPr>
          <p:cNvSpPr>
            <a:spLocks noGrp="1"/>
          </p:cNvSpPr>
          <p:nvPr>
            <p:ph sz="quarter" idx="15"/>
          </p:nvPr>
        </p:nvSpPr>
        <p:spPr>
          <a:xfrm>
            <a:off x="352454" y="1408545"/>
            <a:ext cx="5505846" cy="4907794"/>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2">
            <a:extLst>
              <a:ext uri="{FF2B5EF4-FFF2-40B4-BE49-F238E27FC236}">
                <a16:creationId xmlns:a16="http://schemas.microsoft.com/office/drawing/2014/main" id="{B1B5C683-E8CE-5447-B10F-1FA96B9838C5}"/>
              </a:ext>
            </a:extLst>
          </p:cNvPr>
          <p:cNvSpPr>
            <a:spLocks noGrp="1"/>
          </p:cNvSpPr>
          <p:nvPr>
            <p:ph sz="quarter" idx="16"/>
          </p:nvPr>
        </p:nvSpPr>
        <p:spPr>
          <a:xfrm>
            <a:off x="6250324" y="1408546"/>
            <a:ext cx="5505846" cy="4907794"/>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a:extLst>
              <a:ext uri="{FF2B5EF4-FFF2-40B4-BE49-F238E27FC236}">
                <a16:creationId xmlns:a16="http://schemas.microsoft.com/office/drawing/2014/main" id="{B9F735E5-BB03-E141-8FE5-6E137A04C796}"/>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Microchip Propietary and Confidential</a:t>
            </a:r>
            <a:endParaRPr lang="en-US" dirty="0">
              <a:latin typeface="Calibri Light" panose="020F0302020204030204" pitchFamily="34" charset="0"/>
              <a:cs typeface="Calibri Light" panose="020F0302020204030204" pitchFamily="34" charset="0"/>
            </a:endParaRPr>
          </a:p>
        </p:txBody>
      </p:sp>
      <p:sp>
        <p:nvSpPr>
          <p:cNvPr id="8" name="Slide Number Placeholder 8">
            <a:extLst>
              <a:ext uri="{FF2B5EF4-FFF2-40B4-BE49-F238E27FC236}">
                <a16:creationId xmlns:a16="http://schemas.microsoft.com/office/drawing/2014/main" id="{2D0980E6-4C36-ED4A-BBAC-FCB3FD474E42}"/>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grpSp>
        <p:nvGrpSpPr>
          <p:cNvPr id="12" name="Group 11">
            <a:extLst>
              <a:ext uri="{FF2B5EF4-FFF2-40B4-BE49-F238E27FC236}">
                <a16:creationId xmlns:a16="http://schemas.microsoft.com/office/drawing/2014/main" id="{FEE4F5BD-A8B2-8A43-8F9D-27796637426D}"/>
              </a:ext>
            </a:extLst>
          </p:cNvPr>
          <p:cNvGrpSpPr/>
          <p:nvPr userDrawn="1"/>
        </p:nvGrpSpPr>
        <p:grpSpPr>
          <a:xfrm>
            <a:off x="3984798" y="6596323"/>
            <a:ext cx="3594287" cy="261677"/>
            <a:chOff x="3984798" y="6596323"/>
            <a:chExt cx="3594287" cy="261677"/>
          </a:xfrm>
        </p:grpSpPr>
        <p:sp>
          <p:nvSpPr>
            <p:cNvPr id="13" name="TextBox 12">
              <a:extLst>
                <a:ext uri="{FF2B5EF4-FFF2-40B4-BE49-F238E27FC236}">
                  <a16:creationId xmlns:a16="http://schemas.microsoft.com/office/drawing/2014/main" id="{56AB45CE-9A16-9D42-B335-40FCBA3C7672}"/>
                </a:ext>
              </a:extLst>
            </p:cNvPr>
            <p:cNvSpPr txBox="1"/>
            <p:nvPr userDrawn="1"/>
          </p:nvSpPr>
          <p:spPr>
            <a:xfrm>
              <a:off x="3984798" y="6596323"/>
              <a:ext cx="3594287" cy="246221"/>
            </a:xfrm>
            <a:prstGeom prst="rect">
              <a:avLst/>
            </a:prstGeom>
            <a:noFill/>
          </p:spPr>
          <p:txBody>
            <a:bodyPr wrap="square" rtlCol="0">
              <a:spAutoFit/>
            </a:bodyPr>
            <a:lstStyle/>
            <a:p>
              <a:pPr algn="r"/>
              <a:fld id="{DA8F7AB5-BFE5-D543-9ED3-50EAB714655D}" type="datetime3">
                <a:rPr lang="en-US" sz="1000" smtClean="0">
                  <a:solidFill>
                    <a:schemeClr val="bg1">
                      <a:lumMod val="65000"/>
                    </a:schemeClr>
                  </a:solidFill>
                </a:rPr>
                <a:t>21 July 2026</a:t>
              </a:fld>
              <a:r>
                <a:rPr lang="en-US" sz="1000" dirty="0">
                  <a:solidFill>
                    <a:schemeClr val="bg1">
                      <a:lumMod val="65000"/>
                    </a:schemeClr>
                  </a:solidFill>
                </a:rPr>
                <a:t> Microchip Technology Inc. and its subsidiaries</a:t>
              </a:r>
            </a:p>
          </p:txBody>
        </p:sp>
        <p:sp>
          <p:nvSpPr>
            <p:cNvPr id="14" name="Rectangle 13">
              <a:extLst>
                <a:ext uri="{FF2B5EF4-FFF2-40B4-BE49-F238E27FC236}">
                  <a16:creationId xmlns:a16="http://schemas.microsoft.com/office/drawing/2014/main" id="{2B272549-DB7B-3E4B-A9DF-413990017250}"/>
                </a:ext>
              </a:extLst>
            </p:cNvPr>
            <p:cNvSpPr/>
            <p:nvPr userDrawn="1"/>
          </p:nvSpPr>
          <p:spPr>
            <a:xfrm>
              <a:off x="4070555" y="6611779"/>
              <a:ext cx="747251" cy="23076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TextBox 14">
              <a:extLst>
                <a:ext uri="{FF2B5EF4-FFF2-40B4-BE49-F238E27FC236}">
                  <a16:creationId xmlns:a16="http://schemas.microsoft.com/office/drawing/2014/main" id="{C5593CC7-18E5-1E4B-B493-BCCB1352C41B}"/>
                </a:ext>
              </a:extLst>
            </p:cNvPr>
            <p:cNvSpPr txBox="1"/>
            <p:nvPr userDrawn="1"/>
          </p:nvSpPr>
          <p:spPr>
            <a:xfrm>
              <a:off x="4611329" y="6611779"/>
              <a:ext cx="284763" cy="246221"/>
            </a:xfrm>
            <a:prstGeom prst="rect">
              <a:avLst/>
            </a:prstGeom>
            <a:noFill/>
          </p:spPr>
          <p:txBody>
            <a:bodyPr wrap="square" rtlCol="0">
              <a:spAutoFit/>
            </a:bodyPr>
            <a:lstStyle/>
            <a:p>
              <a:pPr algn="r"/>
              <a:r>
                <a:rPr lang="en-US" sz="1000" dirty="0">
                  <a:solidFill>
                    <a:schemeClr val="bg1">
                      <a:lumMod val="65000"/>
                    </a:schemeClr>
                  </a:solidFill>
                </a:rPr>
                <a:t>©</a:t>
              </a:r>
            </a:p>
          </p:txBody>
        </p:sp>
      </p:grpSp>
    </p:spTree>
    <p:extLst>
      <p:ext uri="{BB962C8B-B14F-4D97-AF65-F5344CB8AC3E}">
        <p14:creationId xmlns:p14="http://schemas.microsoft.com/office/powerpoint/2010/main" val="2340959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55507" y="923075"/>
            <a:ext cx="5474569" cy="567713"/>
          </a:xfrm>
          <a:prstGeom prst="rect">
            <a:avLst/>
          </a:prstGeom>
        </p:spPr>
        <p:txBody>
          <a:bodyPr anchor="b">
            <a:normAutofit/>
          </a:bodyPr>
          <a:lstStyle>
            <a:lvl1pPr marL="0" indent="0">
              <a:buNone/>
              <a:defRPr sz="2800" b="1" i="0" u="sng">
                <a:solidFill>
                  <a:schemeClr val="accent1"/>
                </a:solidFill>
              </a:defRPr>
            </a:lvl1pPr>
            <a:lvl2pPr marL="609443" indent="0">
              <a:buNone/>
              <a:defRPr sz="2700" b="1"/>
            </a:lvl2pPr>
            <a:lvl3pPr marL="1218885" indent="0">
              <a:buNone/>
              <a:defRPr sz="2400" b="1"/>
            </a:lvl3pPr>
            <a:lvl4pPr marL="1828328" indent="0">
              <a:buNone/>
              <a:defRPr sz="2100" b="1"/>
            </a:lvl4pPr>
            <a:lvl5pPr marL="2437771" indent="0">
              <a:buNone/>
              <a:defRPr sz="2100" b="1"/>
            </a:lvl5pPr>
            <a:lvl6pPr marL="3047213" indent="0">
              <a:buNone/>
              <a:defRPr sz="2100" b="1"/>
            </a:lvl6pPr>
            <a:lvl7pPr marL="3656656" indent="0">
              <a:buNone/>
              <a:defRPr sz="2100" b="1"/>
            </a:lvl7pPr>
            <a:lvl8pPr marL="4266097" indent="0">
              <a:buNone/>
              <a:defRPr sz="2100" b="1"/>
            </a:lvl8pPr>
            <a:lvl9pPr marL="4875541" indent="0">
              <a:buNone/>
              <a:defRPr sz="2100" b="1"/>
            </a:lvl9pPr>
          </a:lstStyle>
          <a:p>
            <a:pPr lvl="0"/>
            <a:r>
              <a:rPr lang="en-US" dirty="0"/>
              <a:t>Click to edit Master text styles</a:t>
            </a:r>
          </a:p>
        </p:txBody>
      </p:sp>
      <p:sp>
        <p:nvSpPr>
          <p:cNvPr id="5" name="Text Placeholder 4"/>
          <p:cNvSpPr>
            <a:spLocks noGrp="1"/>
          </p:cNvSpPr>
          <p:nvPr>
            <p:ph type="body" sz="quarter" idx="3" hasCustomPrompt="1"/>
          </p:nvPr>
        </p:nvSpPr>
        <p:spPr>
          <a:xfrm>
            <a:off x="6385192" y="941660"/>
            <a:ext cx="5387630" cy="567714"/>
          </a:xfrm>
          <a:prstGeom prst="rect">
            <a:avLst/>
          </a:prstGeom>
        </p:spPr>
        <p:txBody>
          <a:bodyPr anchor="b">
            <a:normAutofit/>
          </a:bodyPr>
          <a:lstStyle>
            <a:lvl1pPr marL="0" indent="0">
              <a:buNone/>
              <a:defRPr sz="2800" b="1" u="sng">
                <a:solidFill>
                  <a:schemeClr val="accent1"/>
                </a:solidFill>
              </a:defRPr>
            </a:lvl1pPr>
            <a:lvl2pPr marL="609443" indent="0">
              <a:buNone/>
              <a:defRPr sz="2700" b="1"/>
            </a:lvl2pPr>
            <a:lvl3pPr marL="1218885" indent="0">
              <a:buNone/>
              <a:defRPr sz="2400" b="1"/>
            </a:lvl3pPr>
            <a:lvl4pPr marL="1828328" indent="0">
              <a:buNone/>
              <a:defRPr sz="2100" b="1"/>
            </a:lvl4pPr>
            <a:lvl5pPr marL="2437771" indent="0">
              <a:buNone/>
              <a:defRPr sz="2100" b="1"/>
            </a:lvl5pPr>
            <a:lvl6pPr marL="3047213" indent="0">
              <a:buNone/>
              <a:defRPr sz="2100" b="1"/>
            </a:lvl6pPr>
            <a:lvl7pPr marL="3656656" indent="0">
              <a:buNone/>
              <a:defRPr sz="2100" b="1"/>
            </a:lvl7pPr>
            <a:lvl8pPr marL="4266097" indent="0">
              <a:buNone/>
              <a:defRPr sz="2100" b="1"/>
            </a:lvl8pPr>
            <a:lvl9pPr marL="4875541" indent="0">
              <a:buNone/>
              <a:defRPr sz="2100" b="1"/>
            </a:lvl9pPr>
          </a:lstStyle>
          <a:p>
            <a:pPr lvl="0"/>
            <a:r>
              <a:rPr lang="en-US" dirty="0"/>
              <a:t>Click to edit Master text styles.</a:t>
            </a:r>
          </a:p>
        </p:txBody>
      </p:sp>
      <p:sp>
        <p:nvSpPr>
          <p:cNvPr id="11" name="Title 1">
            <a:extLst>
              <a:ext uri="{FF2B5EF4-FFF2-40B4-BE49-F238E27FC236}">
                <a16:creationId xmlns:a16="http://schemas.microsoft.com/office/drawing/2014/main" id="{70898E04-A14A-8140-993E-87174E0C2C8D}"/>
              </a:ext>
            </a:extLst>
          </p:cNvPr>
          <p:cNvSpPr>
            <a:spLocks noGrp="1"/>
          </p:cNvSpPr>
          <p:nvPr>
            <p:ph type="title"/>
          </p:nvPr>
        </p:nvSpPr>
        <p:spPr>
          <a:xfrm>
            <a:off x="355509" y="96297"/>
            <a:ext cx="11400661" cy="777240"/>
          </a:xfrm>
        </p:spPr>
        <p:txBody>
          <a:bodyPr/>
          <a:lstStyle/>
          <a:p>
            <a:r>
              <a:rPr lang="en-US" dirty="0"/>
              <a:t>Click to edit Master title</a:t>
            </a:r>
          </a:p>
        </p:txBody>
      </p:sp>
      <p:sp>
        <p:nvSpPr>
          <p:cNvPr id="8" name="Content Placeholder 12">
            <a:extLst>
              <a:ext uri="{FF2B5EF4-FFF2-40B4-BE49-F238E27FC236}">
                <a16:creationId xmlns:a16="http://schemas.microsoft.com/office/drawing/2014/main" id="{5170BFA0-6B7E-2944-A49D-35B39ABC44C4}"/>
              </a:ext>
            </a:extLst>
          </p:cNvPr>
          <p:cNvSpPr>
            <a:spLocks noGrp="1"/>
          </p:cNvSpPr>
          <p:nvPr>
            <p:ph sz="quarter" idx="15"/>
          </p:nvPr>
        </p:nvSpPr>
        <p:spPr>
          <a:xfrm>
            <a:off x="355509" y="1561175"/>
            <a:ext cx="5474567" cy="4795020"/>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12">
            <a:extLst>
              <a:ext uri="{FF2B5EF4-FFF2-40B4-BE49-F238E27FC236}">
                <a16:creationId xmlns:a16="http://schemas.microsoft.com/office/drawing/2014/main" id="{C883CD4E-1B81-AF4E-B076-F6C9C7DA1692}"/>
              </a:ext>
            </a:extLst>
          </p:cNvPr>
          <p:cNvSpPr>
            <a:spLocks noGrp="1"/>
          </p:cNvSpPr>
          <p:nvPr>
            <p:ph sz="quarter" idx="16"/>
          </p:nvPr>
        </p:nvSpPr>
        <p:spPr>
          <a:xfrm>
            <a:off x="6385193" y="1561175"/>
            <a:ext cx="5387630" cy="4795019"/>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E2902E3F-7B87-844B-A375-55F0B5134651}"/>
              </a:ext>
            </a:extLst>
          </p:cNvPr>
          <p:cNvSpPr>
            <a:spLocks noGrp="1"/>
          </p:cNvSpPr>
          <p:nvPr>
            <p:ph type="ftr" sz="quarter" idx="17"/>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Microchip Propietary and Confidential</a:t>
            </a:r>
            <a:endParaRPr lang="en-US" dirty="0">
              <a:latin typeface="Calibri Light" panose="020F0302020204030204" pitchFamily="34" charset="0"/>
              <a:cs typeface="Calibri Light" panose="020F0302020204030204" pitchFamily="34" charset="0"/>
            </a:endParaRPr>
          </a:p>
        </p:txBody>
      </p:sp>
      <p:sp>
        <p:nvSpPr>
          <p:cNvPr id="12" name="Slide Number Placeholder 8">
            <a:extLst>
              <a:ext uri="{FF2B5EF4-FFF2-40B4-BE49-F238E27FC236}">
                <a16:creationId xmlns:a16="http://schemas.microsoft.com/office/drawing/2014/main" id="{884F7A06-CF40-064F-B9BE-F69B2DFE502C}"/>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grpSp>
        <p:nvGrpSpPr>
          <p:cNvPr id="13" name="Group 12">
            <a:extLst>
              <a:ext uri="{FF2B5EF4-FFF2-40B4-BE49-F238E27FC236}">
                <a16:creationId xmlns:a16="http://schemas.microsoft.com/office/drawing/2014/main" id="{77ED839D-F08B-6B46-82B5-51DE2326DF5F}"/>
              </a:ext>
            </a:extLst>
          </p:cNvPr>
          <p:cNvGrpSpPr/>
          <p:nvPr userDrawn="1"/>
        </p:nvGrpSpPr>
        <p:grpSpPr>
          <a:xfrm>
            <a:off x="3984798" y="6596323"/>
            <a:ext cx="3594287" cy="261677"/>
            <a:chOff x="3984798" y="6596323"/>
            <a:chExt cx="3594287" cy="261677"/>
          </a:xfrm>
        </p:grpSpPr>
        <p:sp>
          <p:nvSpPr>
            <p:cNvPr id="14" name="TextBox 13">
              <a:extLst>
                <a:ext uri="{FF2B5EF4-FFF2-40B4-BE49-F238E27FC236}">
                  <a16:creationId xmlns:a16="http://schemas.microsoft.com/office/drawing/2014/main" id="{3FC1BBAD-8C56-A04F-899C-5B4188A5F5D3}"/>
                </a:ext>
              </a:extLst>
            </p:cNvPr>
            <p:cNvSpPr txBox="1"/>
            <p:nvPr userDrawn="1"/>
          </p:nvSpPr>
          <p:spPr>
            <a:xfrm>
              <a:off x="3984798" y="6596323"/>
              <a:ext cx="3594287" cy="246221"/>
            </a:xfrm>
            <a:prstGeom prst="rect">
              <a:avLst/>
            </a:prstGeom>
            <a:noFill/>
          </p:spPr>
          <p:txBody>
            <a:bodyPr wrap="square" rtlCol="0">
              <a:spAutoFit/>
            </a:bodyPr>
            <a:lstStyle/>
            <a:p>
              <a:pPr algn="r"/>
              <a:fld id="{A25B9A85-EE0A-E54F-AA18-41FF007C6B2F}" type="datetime3">
                <a:rPr lang="en-US" sz="1000" smtClean="0">
                  <a:solidFill>
                    <a:schemeClr val="bg1">
                      <a:lumMod val="65000"/>
                    </a:schemeClr>
                  </a:solidFill>
                </a:rPr>
                <a:t>21 July 2026</a:t>
              </a:fld>
              <a:r>
                <a:rPr lang="en-US" sz="1000" dirty="0">
                  <a:solidFill>
                    <a:schemeClr val="bg1">
                      <a:lumMod val="65000"/>
                    </a:schemeClr>
                  </a:solidFill>
                </a:rPr>
                <a:t> Microchip Technology Inc. and its subsidiaries</a:t>
              </a:r>
            </a:p>
          </p:txBody>
        </p:sp>
        <p:sp>
          <p:nvSpPr>
            <p:cNvPr id="15" name="Rectangle 14">
              <a:extLst>
                <a:ext uri="{FF2B5EF4-FFF2-40B4-BE49-F238E27FC236}">
                  <a16:creationId xmlns:a16="http://schemas.microsoft.com/office/drawing/2014/main" id="{B5CAC621-04E4-3B47-A37C-31D012718AE9}"/>
                </a:ext>
              </a:extLst>
            </p:cNvPr>
            <p:cNvSpPr/>
            <p:nvPr userDrawn="1"/>
          </p:nvSpPr>
          <p:spPr>
            <a:xfrm>
              <a:off x="4070555" y="6611779"/>
              <a:ext cx="747251" cy="23076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TextBox 15">
              <a:extLst>
                <a:ext uri="{FF2B5EF4-FFF2-40B4-BE49-F238E27FC236}">
                  <a16:creationId xmlns:a16="http://schemas.microsoft.com/office/drawing/2014/main" id="{F966AC5E-3B4D-524B-B3AE-A5267FAD281D}"/>
                </a:ext>
              </a:extLst>
            </p:cNvPr>
            <p:cNvSpPr txBox="1"/>
            <p:nvPr userDrawn="1"/>
          </p:nvSpPr>
          <p:spPr>
            <a:xfrm>
              <a:off x="4611329" y="6611779"/>
              <a:ext cx="284763" cy="246221"/>
            </a:xfrm>
            <a:prstGeom prst="rect">
              <a:avLst/>
            </a:prstGeom>
            <a:noFill/>
          </p:spPr>
          <p:txBody>
            <a:bodyPr wrap="square" rtlCol="0">
              <a:spAutoFit/>
            </a:bodyPr>
            <a:lstStyle/>
            <a:p>
              <a:pPr algn="r"/>
              <a:r>
                <a:rPr lang="en-US" sz="1000" dirty="0">
                  <a:solidFill>
                    <a:schemeClr val="bg1">
                      <a:lumMod val="65000"/>
                    </a:schemeClr>
                  </a:solidFill>
                </a:rPr>
                <a:t>©</a:t>
              </a:r>
            </a:p>
          </p:txBody>
        </p:sp>
      </p:grpSp>
    </p:spTree>
    <p:extLst>
      <p:ext uri="{BB962C8B-B14F-4D97-AF65-F5344CB8AC3E}">
        <p14:creationId xmlns:p14="http://schemas.microsoft.com/office/powerpoint/2010/main" val="2073102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55509" y="1381004"/>
            <a:ext cx="5474569" cy="580605"/>
          </a:xfrm>
          <a:prstGeom prst="rect">
            <a:avLst/>
          </a:prstGeom>
        </p:spPr>
        <p:txBody>
          <a:bodyPr anchor="b">
            <a:normAutofit/>
          </a:bodyPr>
          <a:lstStyle>
            <a:lvl1pPr marL="0" indent="0">
              <a:buNone/>
              <a:defRPr sz="2800" b="1" u="sng">
                <a:solidFill>
                  <a:schemeClr val="accent1"/>
                </a:solidFill>
              </a:defRPr>
            </a:lvl1pPr>
            <a:lvl2pPr marL="609443" indent="0">
              <a:buNone/>
              <a:defRPr sz="2700" b="1"/>
            </a:lvl2pPr>
            <a:lvl3pPr marL="1218885" indent="0">
              <a:buNone/>
              <a:defRPr sz="2400" b="1"/>
            </a:lvl3pPr>
            <a:lvl4pPr marL="1828328" indent="0">
              <a:buNone/>
              <a:defRPr sz="2100" b="1"/>
            </a:lvl4pPr>
            <a:lvl5pPr marL="2437771" indent="0">
              <a:buNone/>
              <a:defRPr sz="2100" b="1"/>
            </a:lvl5pPr>
            <a:lvl6pPr marL="3047213" indent="0">
              <a:buNone/>
              <a:defRPr sz="2100" b="1"/>
            </a:lvl6pPr>
            <a:lvl7pPr marL="3656656" indent="0">
              <a:buNone/>
              <a:defRPr sz="2100" b="1"/>
            </a:lvl7pPr>
            <a:lvl8pPr marL="4266097" indent="0">
              <a:buNone/>
              <a:defRPr sz="2100" b="1"/>
            </a:lvl8pPr>
            <a:lvl9pPr marL="4875541" indent="0">
              <a:buNone/>
              <a:defRPr sz="2100" b="1"/>
            </a:lvl9pPr>
          </a:lstStyle>
          <a:p>
            <a:pPr lvl="0"/>
            <a:r>
              <a:rPr lang="en-US" dirty="0"/>
              <a:t>Click to edit Master text styles</a:t>
            </a:r>
          </a:p>
        </p:txBody>
      </p:sp>
      <p:sp>
        <p:nvSpPr>
          <p:cNvPr id="5" name="Text Placeholder 4"/>
          <p:cNvSpPr>
            <a:spLocks noGrp="1"/>
          </p:cNvSpPr>
          <p:nvPr>
            <p:ph type="body" sz="quarter" idx="3"/>
          </p:nvPr>
        </p:nvSpPr>
        <p:spPr>
          <a:xfrm>
            <a:off x="6385192" y="1381003"/>
            <a:ext cx="5387630" cy="580606"/>
          </a:xfrm>
          <a:prstGeom prst="rect">
            <a:avLst/>
          </a:prstGeom>
        </p:spPr>
        <p:txBody>
          <a:bodyPr anchor="b">
            <a:normAutofit/>
          </a:bodyPr>
          <a:lstStyle>
            <a:lvl1pPr marL="0" indent="0">
              <a:buNone/>
              <a:defRPr sz="2800" b="1" u="sng">
                <a:solidFill>
                  <a:schemeClr val="accent1"/>
                </a:solidFill>
              </a:defRPr>
            </a:lvl1pPr>
            <a:lvl2pPr marL="609443" indent="0">
              <a:buNone/>
              <a:defRPr sz="2700" b="1"/>
            </a:lvl2pPr>
            <a:lvl3pPr marL="1218885" indent="0">
              <a:buNone/>
              <a:defRPr sz="2400" b="1"/>
            </a:lvl3pPr>
            <a:lvl4pPr marL="1828328" indent="0">
              <a:buNone/>
              <a:defRPr sz="2100" b="1"/>
            </a:lvl4pPr>
            <a:lvl5pPr marL="2437771" indent="0">
              <a:buNone/>
              <a:defRPr sz="2100" b="1"/>
            </a:lvl5pPr>
            <a:lvl6pPr marL="3047213" indent="0">
              <a:buNone/>
              <a:defRPr sz="2100" b="1"/>
            </a:lvl6pPr>
            <a:lvl7pPr marL="3656656" indent="0">
              <a:buNone/>
              <a:defRPr sz="2100" b="1"/>
            </a:lvl7pPr>
            <a:lvl8pPr marL="4266097" indent="0">
              <a:buNone/>
              <a:defRPr sz="2100" b="1"/>
            </a:lvl8pPr>
            <a:lvl9pPr marL="4875541" indent="0">
              <a:buNone/>
              <a:defRPr sz="2100" b="1"/>
            </a:lvl9pPr>
          </a:lstStyle>
          <a:p>
            <a:pPr lvl="0"/>
            <a:r>
              <a:rPr lang="en-US" dirty="0"/>
              <a:t>Click to edit Master text styles</a:t>
            </a:r>
          </a:p>
        </p:txBody>
      </p:sp>
      <p:sp>
        <p:nvSpPr>
          <p:cNvPr id="8" name="Title 1">
            <a:extLst>
              <a:ext uri="{FF2B5EF4-FFF2-40B4-BE49-F238E27FC236}">
                <a16:creationId xmlns:a16="http://schemas.microsoft.com/office/drawing/2014/main" id="{E22C09BD-60A2-D244-8F4B-695A122744A6}"/>
              </a:ext>
            </a:extLst>
          </p:cNvPr>
          <p:cNvSpPr>
            <a:spLocks noGrp="1"/>
          </p:cNvSpPr>
          <p:nvPr>
            <p:ph type="title"/>
          </p:nvPr>
        </p:nvSpPr>
        <p:spPr>
          <a:xfrm>
            <a:off x="355509" y="96297"/>
            <a:ext cx="11400661" cy="777240"/>
          </a:xfrm>
        </p:spPr>
        <p:txBody>
          <a:bodyPr/>
          <a:lstStyle/>
          <a:p>
            <a:r>
              <a:rPr lang="en-US" dirty="0"/>
              <a:t>Click to edit Master title</a:t>
            </a:r>
          </a:p>
        </p:txBody>
      </p:sp>
      <p:sp>
        <p:nvSpPr>
          <p:cNvPr id="9" name="Text Placeholder 9">
            <a:extLst>
              <a:ext uri="{FF2B5EF4-FFF2-40B4-BE49-F238E27FC236}">
                <a16:creationId xmlns:a16="http://schemas.microsoft.com/office/drawing/2014/main" id="{E1D56C46-C13D-6843-8D78-E9DE559D36FD}"/>
              </a:ext>
            </a:extLst>
          </p:cNvPr>
          <p:cNvSpPr>
            <a:spLocks noGrp="1"/>
          </p:cNvSpPr>
          <p:nvPr>
            <p:ph type="body" sz="quarter" idx="13" hasCustomPrompt="1"/>
          </p:nvPr>
        </p:nvSpPr>
        <p:spPr>
          <a:xfrm>
            <a:off x="368603" y="831986"/>
            <a:ext cx="11400661" cy="428625"/>
          </a:xfrm>
          <a:prstGeom prst="rect">
            <a:avLst/>
          </a:prstGeom>
        </p:spPr>
        <p:txBody>
          <a:bodyPr anchor="ctr"/>
          <a:lstStyle>
            <a:lvl1pPr marL="0" indent="0">
              <a:buNone/>
              <a:defRPr>
                <a:solidFill>
                  <a:schemeClr val="bg2"/>
                </a:solidFill>
              </a:defRPr>
            </a:lvl1pPr>
          </a:lstStyle>
          <a:p>
            <a:pPr lvl="0"/>
            <a:r>
              <a:rPr lang="en-US" b="1" kern="0" dirty="0">
                <a:solidFill>
                  <a:srgbClr val="45A8C4"/>
                </a:solidFill>
                <a:latin typeface="+mn-lt"/>
                <a:cs typeface="Calibri"/>
              </a:rPr>
              <a:t>Subtitle</a:t>
            </a:r>
            <a:endParaRPr lang="en-US" dirty="0"/>
          </a:p>
        </p:txBody>
      </p:sp>
      <p:sp>
        <p:nvSpPr>
          <p:cNvPr id="2" name="Rectangle 1">
            <a:extLst>
              <a:ext uri="{FF2B5EF4-FFF2-40B4-BE49-F238E27FC236}">
                <a16:creationId xmlns:a16="http://schemas.microsoft.com/office/drawing/2014/main" id="{F88E56A8-D17E-8848-8C5B-EC8D2FC7921A}"/>
              </a:ext>
            </a:extLst>
          </p:cNvPr>
          <p:cNvSpPr/>
          <p:nvPr userDrawn="1"/>
        </p:nvSpPr>
        <p:spPr>
          <a:xfrm>
            <a:off x="10436087" y="6490880"/>
            <a:ext cx="129209" cy="1981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Content Placeholder 12">
            <a:extLst>
              <a:ext uri="{FF2B5EF4-FFF2-40B4-BE49-F238E27FC236}">
                <a16:creationId xmlns:a16="http://schemas.microsoft.com/office/drawing/2014/main" id="{61902A9B-4EBD-9042-9417-398D31C80DB0}"/>
              </a:ext>
            </a:extLst>
          </p:cNvPr>
          <p:cNvSpPr>
            <a:spLocks noGrp="1"/>
          </p:cNvSpPr>
          <p:nvPr>
            <p:ph sz="quarter" idx="15"/>
          </p:nvPr>
        </p:nvSpPr>
        <p:spPr>
          <a:xfrm>
            <a:off x="355509" y="1988634"/>
            <a:ext cx="5474567" cy="4327704"/>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2">
            <a:extLst>
              <a:ext uri="{FF2B5EF4-FFF2-40B4-BE49-F238E27FC236}">
                <a16:creationId xmlns:a16="http://schemas.microsoft.com/office/drawing/2014/main" id="{326E65A8-182F-624C-B231-E6CD084CC095}"/>
              </a:ext>
            </a:extLst>
          </p:cNvPr>
          <p:cNvSpPr>
            <a:spLocks noGrp="1"/>
          </p:cNvSpPr>
          <p:nvPr>
            <p:ph sz="quarter" idx="16"/>
          </p:nvPr>
        </p:nvSpPr>
        <p:spPr>
          <a:xfrm>
            <a:off x="6385193" y="1988634"/>
            <a:ext cx="5387630" cy="4327704"/>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4985913B-9067-5E4F-BEB8-B40B0526CDDE}"/>
              </a:ext>
            </a:extLst>
          </p:cNvPr>
          <p:cNvSpPr>
            <a:spLocks noGrp="1"/>
          </p:cNvSpPr>
          <p:nvPr>
            <p:ph type="ftr" sz="quarter" idx="17"/>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Microchip Propietary and Confidential</a:t>
            </a:r>
            <a:endParaRPr lang="en-US" dirty="0">
              <a:latin typeface="Calibri Light" panose="020F0302020204030204" pitchFamily="34" charset="0"/>
              <a:cs typeface="Calibri Light" panose="020F0302020204030204" pitchFamily="34" charset="0"/>
            </a:endParaRPr>
          </a:p>
        </p:txBody>
      </p:sp>
      <p:sp>
        <p:nvSpPr>
          <p:cNvPr id="13" name="Slide Number Placeholder 8">
            <a:extLst>
              <a:ext uri="{FF2B5EF4-FFF2-40B4-BE49-F238E27FC236}">
                <a16:creationId xmlns:a16="http://schemas.microsoft.com/office/drawing/2014/main" id="{099EDC09-5657-6C4E-AE82-350208BA5C37}"/>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grpSp>
        <p:nvGrpSpPr>
          <p:cNvPr id="14" name="Group 13">
            <a:extLst>
              <a:ext uri="{FF2B5EF4-FFF2-40B4-BE49-F238E27FC236}">
                <a16:creationId xmlns:a16="http://schemas.microsoft.com/office/drawing/2014/main" id="{EFDC922F-64A0-A245-9B54-7182667660D0}"/>
              </a:ext>
            </a:extLst>
          </p:cNvPr>
          <p:cNvGrpSpPr/>
          <p:nvPr userDrawn="1"/>
        </p:nvGrpSpPr>
        <p:grpSpPr>
          <a:xfrm>
            <a:off x="3984798" y="6596323"/>
            <a:ext cx="3594287" cy="261677"/>
            <a:chOff x="3984798" y="6596323"/>
            <a:chExt cx="3594287" cy="261677"/>
          </a:xfrm>
        </p:grpSpPr>
        <p:sp>
          <p:nvSpPr>
            <p:cNvPr id="15" name="TextBox 14">
              <a:extLst>
                <a:ext uri="{FF2B5EF4-FFF2-40B4-BE49-F238E27FC236}">
                  <a16:creationId xmlns:a16="http://schemas.microsoft.com/office/drawing/2014/main" id="{9328C046-B8FC-994F-85A4-8FD25DF19D2F}"/>
                </a:ext>
              </a:extLst>
            </p:cNvPr>
            <p:cNvSpPr txBox="1"/>
            <p:nvPr userDrawn="1"/>
          </p:nvSpPr>
          <p:spPr>
            <a:xfrm>
              <a:off x="3984798" y="6596323"/>
              <a:ext cx="3594287" cy="246221"/>
            </a:xfrm>
            <a:prstGeom prst="rect">
              <a:avLst/>
            </a:prstGeom>
            <a:noFill/>
          </p:spPr>
          <p:txBody>
            <a:bodyPr wrap="square" rtlCol="0">
              <a:spAutoFit/>
            </a:bodyPr>
            <a:lstStyle/>
            <a:p>
              <a:pPr algn="r"/>
              <a:fld id="{AB520446-FD47-794F-A313-0EC6DBF6114F}" type="datetime3">
                <a:rPr lang="en-US" sz="1000" smtClean="0">
                  <a:solidFill>
                    <a:schemeClr val="bg1">
                      <a:lumMod val="65000"/>
                    </a:schemeClr>
                  </a:solidFill>
                </a:rPr>
                <a:t>21 July 2026</a:t>
              </a:fld>
              <a:r>
                <a:rPr lang="en-US" sz="1000" dirty="0">
                  <a:solidFill>
                    <a:schemeClr val="bg1">
                      <a:lumMod val="65000"/>
                    </a:schemeClr>
                  </a:solidFill>
                </a:rPr>
                <a:t> Microchip Technology Inc. and its subsidiaries</a:t>
              </a:r>
            </a:p>
          </p:txBody>
        </p:sp>
        <p:sp>
          <p:nvSpPr>
            <p:cNvPr id="16" name="Rectangle 15">
              <a:extLst>
                <a:ext uri="{FF2B5EF4-FFF2-40B4-BE49-F238E27FC236}">
                  <a16:creationId xmlns:a16="http://schemas.microsoft.com/office/drawing/2014/main" id="{4CEB0F66-0524-644B-A3CD-BA2A14891286}"/>
                </a:ext>
              </a:extLst>
            </p:cNvPr>
            <p:cNvSpPr/>
            <p:nvPr userDrawn="1"/>
          </p:nvSpPr>
          <p:spPr>
            <a:xfrm>
              <a:off x="4070555" y="6611779"/>
              <a:ext cx="747251" cy="23076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7" name="TextBox 16">
              <a:extLst>
                <a:ext uri="{FF2B5EF4-FFF2-40B4-BE49-F238E27FC236}">
                  <a16:creationId xmlns:a16="http://schemas.microsoft.com/office/drawing/2014/main" id="{7885BC8B-986D-8044-8033-3156B5F78D3D}"/>
                </a:ext>
              </a:extLst>
            </p:cNvPr>
            <p:cNvSpPr txBox="1"/>
            <p:nvPr userDrawn="1"/>
          </p:nvSpPr>
          <p:spPr>
            <a:xfrm>
              <a:off x="4611329" y="6611779"/>
              <a:ext cx="284763" cy="246221"/>
            </a:xfrm>
            <a:prstGeom prst="rect">
              <a:avLst/>
            </a:prstGeom>
            <a:noFill/>
          </p:spPr>
          <p:txBody>
            <a:bodyPr wrap="square" rtlCol="0">
              <a:spAutoFit/>
            </a:bodyPr>
            <a:lstStyle/>
            <a:p>
              <a:pPr algn="r"/>
              <a:r>
                <a:rPr lang="en-US" sz="1000" dirty="0">
                  <a:solidFill>
                    <a:schemeClr val="bg1">
                      <a:lumMod val="65000"/>
                    </a:schemeClr>
                  </a:solidFill>
                </a:rPr>
                <a:t>©</a:t>
              </a:r>
            </a:p>
          </p:txBody>
        </p:sp>
      </p:grpSp>
    </p:spTree>
    <p:extLst>
      <p:ext uri="{BB962C8B-B14F-4D97-AF65-F5344CB8AC3E}">
        <p14:creationId xmlns:p14="http://schemas.microsoft.com/office/powerpoint/2010/main" val="2167312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B3394856-2C64-DE43-BBDF-953266084231}"/>
              </a:ext>
            </a:extLst>
          </p:cNvPr>
          <p:cNvSpPr>
            <a:spLocks noGrp="1"/>
          </p:cNvSpPr>
          <p:nvPr>
            <p:ph type="title"/>
          </p:nvPr>
        </p:nvSpPr>
        <p:spPr>
          <a:xfrm>
            <a:off x="355509" y="96296"/>
            <a:ext cx="11400661" cy="1600406"/>
          </a:xfrm>
          <a:prstGeom prst="rect">
            <a:avLst/>
          </a:prstGeom>
        </p:spPr>
        <p:txBody>
          <a:bodyPr vert="horz" lIns="121888" tIns="60944" rIns="121888" bIns="60944" rtlCol="0" anchor="t" anchorCtr="0">
            <a:noAutofit/>
          </a:bodyPr>
          <a:lstStyle/>
          <a:p>
            <a:r>
              <a:rPr lang="en-US" dirty="0"/>
              <a:t>Click to edit Master title</a:t>
            </a:r>
          </a:p>
        </p:txBody>
      </p:sp>
      <p:sp>
        <p:nvSpPr>
          <p:cNvPr id="5" name="Footer Placeholder 4">
            <a:extLst>
              <a:ext uri="{FF2B5EF4-FFF2-40B4-BE49-F238E27FC236}">
                <a16:creationId xmlns:a16="http://schemas.microsoft.com/office/drawing/2014/main" id="{7DDE56F0-37A2-F74C-BB25-DF51CEB5FA5E}"/>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Microchip Propietary and Confidential</a:t>
            </a:r>
            <a:endParaRPr lang="en-US" dirty="0">
              <a:latin typeface="Calibri Light" panose="020F0302020204030204" pitchFamily="34" charset="0"/>
              <a:cs typeface="Calibri Light" panose="020F0302020204030204" pitchFamily="34" charset="0"/>
            </a:endParaRPr>
          </a:p>
        </p:txBody>
      </p:sp>
      <p:sp>
        <p:nvSpPr>
          <p:cNvPr id="4" name="Slide Number Placeholder 8">
            <a:extLst>
              <a:ext uri="{FF2B5EF4-FFF2-40B4-BE49-F238E27FC236}">
                <a16:creationId xmlns:a16="http://schemas.microsoft.com/office/drawing/2014/main" id="{CF750018-A4D6-1844-ABEB-36F0723124EE}"/>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grpSp>
        <p:nvGrpSpPr>
          <p:cNvPr id="7" name="Group 6">
            <a:extLst>
              <a:ext uri="{FF2B5EF4-FFF2-40B4-BE49-F238E27FC236}">
                <a16:creationId xmlns:a16="http://schemas.microsoft.com/office/drawing/2014/main" id="{F054FF79-E97B-4A45-8531-09115531EF4A}"/>
              </a:ext>
            </a:extLst>
          </p:cNvPr>
          <p:cNvGrpSpPr/>
          <p:nvPr userDrawn="1"/>
        </p:nvGrpSpPr>
        <p:grpSpPr>
          <a:xfrm>
            <a:off x="3984798" y="6596323"/>
            <a:ext cx="3594287" cy="261677"/>
            <a:chOff x="3984798" y="6596323"/>
            <a:chExt cx="3594287" cy="261677"/>
          </a:xfrm>
        </p:grpSpPr>
        <p:sp>
          <p:nvSpPr>
            <p:cNvPr id="8" name="TextBox 7">
              <a:extLst>
                <a:ext uri="{FF2B5EF4-FFF2-40B4-BE49-F238E27FC236}">
                  <a16:creationId xmlns:a16="http://schemas.microsoft.com/office/drawing/2014/main" id="{A96C4752-EFF3-2B44-8E4B-F4DEFD9A25AA}"/>
                </a:ext>
              </a:extLst>
            </p:cNvPr>
            <p:cNvSpPr txBox="1"/>
            <p:nvPr userDrawn="1"/>
          </p:nvSpPr>
          <p:spPr>
            <a:xfrm>
              <a:off x="3984798" y="6596323"/>
              <a:ext cx="3594287" cy="246221"/>
            </a:xfrm>
            <a:prstGeom prst="rect">
              <a:avLst/>
            </a:prstGeom>
            <a:noFill/>
          </p:spPr>
          <p:txBody>
            <a:bodyPr wrap="square" rtlCol="0">
              <a:spAutoFit/>
            </a:bodyPr>
            <a:lstStyle/>
            <a:p>
              <a:pPr algn="r"/>
              <a:fld id="{3BFC65E3-DBEB-1842-AA6D-2998A3A3FD5B}" type="datetime3">
                <a:rPr lang="en-US" sz="1000" smtClean="0">
                  <a:solidFill>
                    <a:schemeClr val="bg1">
                      <a:lumMod val="65000"/>
                    </a:schemeClr>
                  </a:solidFill>
                </a:rPr>
                <a:t>21 July 2026</a:t>
              </a:fld>
              <a:r>
                <a:rPr lang="en-US" sz="1000" dirty="0">
                  <a:solidFill>
                    <a:schemeClr val="bg1">
                      <a:lumMod val="65000"/>
                    </a:schemeClr>
                  </a:solidFill>
                </a:rPr>
                <a:t> Microchip Technology Inc. and its subsidiaries</a:t>
              </a:r>
            </a:p>
          </p:txBody>
        </p:sp>
        <p:sp>
          <p:nvSpPr>
            <p:cNvPr id="9" name="Rectangle 8">
              <a:extLst>
                <a:ext uri="{FF2B5EF4-FFF2-40B4-BE49-F238E27FC236}">
                  <a16:creationId xmlns:a16="http://schemas.microsoft.com/office/drawing/2014/main" id="{12E21974-58F0-B847-85B6-BB315041D590}"/>
                </a:ext>
              </a:extLst>
            </p:cNvPr>
            <p:cNvSpPr/>
            <p:nvPr userDrawn="1"/>
          </p:nvSpPr>
          <p:spPr>
            <a:xfrm>
              <a:off x="4070555" y="6611779"/>
              <a:ext cx="747251" cy="23076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TextBox 9">
              <a:extLst>
                <a:ext uri="{FF2B5EF4-FFF2-40B4-BE49-F238E27FC236}">
                  <a16:creationId xmlns:a16="http://schemas.microsoft.com/office/drawing/2014/main" id="{41A98491-2152-B244-BD39-4FE185E36846}"/>
                </a:ext>
              </a:extLst>
            </p:cNvPr>
            <p:cNvSpPr txBox="1"/>
            <p:nvPr userDrawn="1"/>
          </p:nvSpPr>
          <p:spPr>
            <a:xfrm>
              <a:off x="4611329" y="6611779"/>
              <a:ext cx="284763" cy="246221"/>
            </a:xfrm>
            <a:prstGeom prst="rect">
              <a:avLst/>
            </a:prstGeom>
            <a:noFill/>
          </p:spPr>
          <p:txBody>
            <a:bodyPr wrap="square" rtlCol="0">
              <a:spAutoFit/>
            </a:bodyPr>
            <a:lstStyle/>
            <a:p>
              <a:pPr algn="r"/>
              <a:r>
                <a:rPr lang="en-US" sz="1000" dirty="0">
                  <a:solidFill>
                    <a:schemeClr val="bg1">
                      <a:lumMod val="65000"/>
                    </a:schemeClr>
                  </a:solidFill>
                </a:rPr>
                <a:t>©</a:t>
              </a:r>
            </a:p>
          </p:txBody>
        </p:sp>
      </p:grpSp>
    </p:spTree>
    <p:extLst>
      <p:ext uri="{BB962C8B-B14F-4D97-AF65-F5344CB8AC3E}">
        <p14:creationId xmlns:p14="http://schemas.microsoft.com/office/powerpoint/2010/main" val="2802120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Sub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E966262-8B36-DB45-BCFF-E847EDF91C15}"/>
              </a:ext>
            </a:extLst>
          </p:cNvPr>
          <p:cNvSpPr>
            <a:spLocks noGrp="1"/>
          </p:cNvSpPr>
          <p:nvPr>
            <p:ph type="title"/>
          </p:nvPr>
        </p:nvSpPr>
        <p:spPr>
          <a:xfrm>
            <a:off x="355509" y="96295"/>
            <a:ext cx="11400661" cy="777240"/>
          </a:xfrm>
        </p:spPr>
        <p:txBody>
          <a:bodyPr/>
          <a:lstStyle>
            <a:lvl1pPr>
              <a:defRPr>
                <a:solidFill>
                  <a:srgbClr val="0E3689"/>
                </a:solidFill>
              </a:defRPr>
            </a:lvl1pPr>
          </a:lstStyle>
          <a:p>
            <a:r>
              <a:rPr lang="en-US" dirty="0"/>
              <a:t>Click to edit Master title</a:t>
            </a:r>
          </a:p>
        </p:txBody>
      </p:sp>
      <p:sp>
        <p:nvSpPr>
          <p:cNvPr id="7" name="Text Placeholder 9">
            <a:extLst>
              <a:ext uri="{FF2B5EF4-FFF2-40B4-BE49-F238E27FC236}">
                <a16:creationId xmlns:a16="http://schemas.microsoft.com/office/drawing/2014/main" id="{8F614E39-BA14-7D4B-8328-2FB5286D32B7}"/>
              </a:ext>
            </a:extLst>
          </p:cNvPr>
          <p:cNvSpPr>
            <a:spLocks noGrp="1"/>
          </p:cNvSpPr>
          <p:nvPr>
            <p:ph type="body" sz="quarter" idx="13" hasCustomPrompt="1"/>
          </p:nvPr>
        </p:nvSpPr>
        <p:spPr>
          <a:xfrm>
            <a:off x="368603" y="829115"/>
            <a:ext cx="11400661" cy="428625"/>
          </a:xfrm>
          <a:prstGeom prst="rect">
            <a:avLst/>
          </a:prstGeom>
        </p:spPr>
        <p:txBody>
          <a:bodyPr anchor="ctr">
            <a:noAutofit/>
          </a:bodyPr>
          <a:lstStyle>
            <a:lvl1pPr marL="0" indent="0">
              <a:buNone/>
              <a:defRPr>
                <a:solidFill>
                  <a:schemeClr val="bg2"/>
                </a:solidFill>
              </a:defRPr>
            </a:lvl1pPr>
          </a:lstStyle>
          <a:p>
            <a:pPr lvl="0"/>
            <a:r>
              <a:rPr lang="en-US" b="1" kern="0" dirty="0">
                <a:solidFill>
                  <a:srgbClr val="45A8C4"/>
                </a:solidFill>
                <a:latin typeface="+mn-lt"/>
                <a:cs typeface="Calibri"/>
              </a:rPr>
              <a:t>Subtitle</a:t>
            </a:r>
            <a:endParaRPr lang="en-US" dirty="0"/>
          </a:p>
        </p:txBody>
      </p:sp>
      <p:sp>
        <p:nvSpPr>
          <p:cNvPr id="5" name="Footer Placeholder 4">
            <a:extLst>
              <a:ext uri="{FF2B5EF4-FFF2-40B4-BE49-F238E27FC236}">
                <a16:creationId xmlns:a16="http://schemas.microsoft.com/office/drawing/2014/main" id="{85306521-0BA2-7C48-8CAD-8B9AFEEF6816}"/>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Microchip Propietary and Confidential</a:t>
            </a:r>
            <a:endParaRPr lang="en-US" dirty="0">
              <a:latin typeface="Calibri Light" panose="020F0302020204030204" pitchFamily="34" charset="0"/>
              <a:cs typeface="Calibri Light" panose="020F0302020204030204" pitchFamily="34" charset="0"/>
            </a:endParaRPr>
          </a:p>
        </p:txBody>
      </p:sp>
      <p:sp>
        <p:nvSpPr>
          <p:cNvPr id="6" name="Slide Number Placeholder 8">
            <a:extLst>
              <a:ext uri="{FF2B5EF4-FFF2-40B4-BE49-F238E27FC236}">
                <a16:creationId xmlns:a16="http://schemas.microsoft.com/office/drawing/2014/main" id="{ACCBDF1D-727A-8D40-8A82-92589DBBC3CA}"/>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grpSp>
        <p:nvGrpSpPr>
          <p:cNvPr id="8" name="Group 7">
            <a:extLst>
              <a:ext uri="{FF2B5EF4-FFF2-40B4-BE49-F238E27FC236}">
                <a16:creationId xmlns:a16="http://schemas.microsoft.com/office/drawing/2014/main" id="{33604027-1BF3-C14F-877E-5C7EE39F69C0}"/>
              </a:ext>
            </a:extLst>
          </p:cNvPr>
          <p:cNvGrpSpPr/>
          <p:nvPr userDrawn="1"/>
        </p:nvGrpSpPr>
        <p:grpSpPr>
          <a:xfrm>
            <a:off x="3984798" y="6596323"/>
            <a:ext cx="3594287" cy="261677"/>
            <a:chOff x="3984798" y="6596323"/>
            <a:chExt cx="3594287" cy="261677"/>
          </a:xfrm>
        </p:grpSpPr>
        <p:sp>
          <p:nvSpPr>
            <p:cNvPr id="9" name="TextBox 8">
              <a:extLst>
                <a:ext uri="{FF2B5EF4-FFF2-40B4-BE49-F238E27FC236}">
                  <a16:creationId xmlns:a16="http://schemas.microsoft.com/office/drawing/2014/main" id="{B834F8B5-2138-234E-903C-B35966BCD117}"/>
                </a:ext>
              </a:extLst>
            </p:cNvPr>
            <p:cNvSpPr txBox="1"/>
            <p:nvPr userDrawn="1"/>
          </p:nvSpPr>
          <p:spPr>
            <a:xfrm>
              <a:off x="3984798" y="6596323"/>
              <a:ext cx="3594287" cy="246221"/>
            </a:xfrm>
            <a:prstGeom prst="rect">
              <a:avLst/>
            </a:prstGeom>
            <a:noFill/>
          </p:spPr>
          <p:txBody>
            <a:bodyPr wrap="square" rtlCol="0">
              <a:spAutoFit/>
            </a:bodyPr>
            <a:lstStyle/>
            <a:p>
              <a:pPr algn="r"/>
              <a:fld id="{69AB5E9E-CCD6-9040-9CA1-3DCB3C4DE5FC}" type="datetime3">
                <a:rPr lang="en-US" sz="1000" smtClean="0">
                  <a:solidFill>
                    <a:schemeClr val="bg1">
                      <a:lumMod val="65000"/>
                    </a:schemeClr>
                  </a:solidFill>
                </a:rPr>
                <a:t>21 July 2026</a:t>
              </a:fld>
              <a:r>
                <a:rPr lang="en-US" sz="1000" dirty="0">
                  <a:solidFill>
                    <a:schemeClr val="bg1">
                      <a:lumMod val="65000"/>
                    </a:schemeClr>
                  </a:solidFill>
                </a:rPr>
                <a:t> Microchip Technology Inc. and its subsidiaries</a:t>
              </a:r>
            </a:p>
          </p:txBody>
        </p:sp>
        <p:sp>
          <p:nvSpPr>
            <p:cNvPr id="10" name="Rectangle 9">
              <a:extLst>
                <a:ext uri="{FF2B5EF4-FFF2-40B4-BE49-F238E27FC236}">
                  <a16:creationId xmlns:a16="http://schemas.microsoft.com/office/drawing/2014/main" id="{30394146-079F-A945-B1E9-105CEE8A4D91}"/>
                </a:ext>
              </a:extLst>
            </p:cNvPr>
            <p:cNvSpPr/>
            <p:nvPr userDrawn="1"/>
          </p:nvSpPr>
          <p:spPr>
            <a:xfrm>
              <a:off x="4070555" y="6611779"/>
              <a:ext cx="747251" cy="23076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TextBox 10">
              <a:extLst>
                <a:ext uri="{FF2B5EF4-FFF2-40B4-BE49-F238E27FC236}">
                  <a16:creationId xmlns:a16="http://schemas.microsoft.com/office/drawing/2014/main" id="{8F7A5633-2AD4-2D44-AC80-6A32A00CAC6A}"/>
                </a:ext>
              </a:extLst>
            </p:cNvPr>
            <p:cNvSpPr txBox="1"/>
            <p:nvPr userDrawn="1"/>
          </p:nvSpPr>
          <p:spPr>
            <a:xfrm>
              <a:off x="4611329" y="6611779"/>
              <a:ext cx="284763" cy="246221"/>
            </a:xfrm>
            <a:prstGeom prst="rect">
              <a:avLst/>
            </a:prstGeom>
            <a:noFill/>
          </p:spPr>
          <p:txBody>
            <a:bodyPr wrap="square" rtlCol="0">
              <a:spAutoFit/>
            </a:bodyPr>
            <a:lstStyle/>
            <a:p>
              <a:pPr algn="r"/>
              <a:r>
                <a:rPr lang="en-US" sz="1000" dirty="0">
                  <a:solidFill>
                    <a:schemeClr val="bg1">
                      <a:lumMod val="65000"/>
                    </a:schemeClr>
                  </a:solidFill>
                </a:rPr>
                <a:t>©</a:t>
              </a:r>
            </a:p>
          </p:txBody>
        </p:sp>
      </p:grpSp>
    </p:spTree>
    <p:extLst>
      <p:ext uri="{BB962C8B-B14F-4D97-AF65-F5344CB8AC3E}">
        <p14:creationId xmlns:p14="http://schemas.microsoft.com/office/powerpoint/2010/main" val="4943277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7EDE752C-4DF4-1741-BE5B-60F47530E2A5}"/>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Microchip Propietary and Confidential</a:t>
            </a:r>
            <a:endParaRPr lang="en-US" dirty="0">
              <a:latin typeface="Calibri Light" panose="020F0302020204030204" pitchFamily="34" charset="0"/>
              <a:cs typeface="Calibri Light" panose="020F0302020204030204" pitchFamily="34" charset="0"/>
            </a:endParaRPr>
          </a:p>
        </p:txBody>
      </p:sp>
      <p:sp>
        <p:nvSpPr>
          <p:cNvPr id="3" name="Slide Number Placeholder 8">
            <a:extLst>
              <a:ext uri="{FF2B5EF4-FFF2-40B4-BE49-F238E27FC236}">
                <a16:creationId xmlns:a16="http://schemas.microsoft.com/office/drawing/2014/main" id="{C025A1E1-D99B-A04E-A12E-D4E8E63C0B3D}"/>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grpSp>
        <p:nvGrpSpPr>
          <p:cNvPr id="5" name="Group 4">
            <a:extLst>
              <a:ext uri="{FF2B5EF4-FFF2-40B4-BE49-F238E27FC236}">
                <a16:creationId xmlns:a16="http://schemas.microsoft.com/office/drawing/2014/main" id="{28C8A96F-9EB8-7740-A265-0BBDA7FB1BFC}"/>
              </a:ext>
            </a:extLst>
          </p:cNvPr>
          <p:cNvGrpSpPr/>
          <p:nvPr userDrawn="1"/>
        </p:nvGrpSpPr>
        <p:grpSpPr>
          <a:xfrm>
            <a:off x="3984798" y="6596323"/>
            <a:ext cx="3594287" cy="261677"/>
            <a:chOff x="3984798" y="6596323"/>
            <a:chExt cx="3594287" cy="261677"/>
          </a:xfrm>
        </p:grpSpPr>
        <p:sp>
          <p:nvSpPr>
            <p:cNvPr id="6" name="TextBox 5">
              <a:extLst>
                <a:ext uri="{FF2B5EF4-FFF2-40B4-BE49-F238E27FC236}">
                  <a16:creationId xmlns:a16="http://schemas.microsoft.com/office/drawing/2014/main" id="{D3354E03-A149-934A-8EE2-DADBA3C644C3}"/>
                </a:ext>
              </a:extLst>
            </p:cNvPr>
            <p:cNvSpPr txBox="1"/>
            <p:nvPr userDrawn="1"/>
          </p:nvSpPr>
          <p:spPr>
            <a:xfrm>
              <a:off x="3984798" y="6596323"/>
              <a:ext cx="3594287" cy="246221"/>
            </a:xfrm>
            <a:prstGeom prst="rect">
              <a:avLst/>
            </a:prstGeom>
            <a:noFill/>
          </p:spPr>
          <p:txBody>
            <a:bodyPr wrap="square" rtlCol="0">
              <a:spAutoFit/>
            </a:bodyPr>
            <a:lstStyle/>
            <a:p>
              <a:pPr algn="r"/>
              <a:fld id="{47A855CC-F7C0-7640-82CB-E23B5A29FE53}" type="datetime3">
                <a:rPr lang="en-US" sz="1000" smtClean="0">
                  <a:solidFill>
                    <a:schemeClr val="bg1">
                      <a:lumMod val="65000"/>
                    </a:schemeClr>
                  </a:solidFill>
                </a:rPr>
                <a:t>21 July 2026</a:t>
              </a:fld>
              <a:r>
                <a:rPr lang="en-US" sz="1000" dirty="0">
                  <a:solidFill>
                    <a:schemeClr val="bg1">
                      <a:lumMod val="65000"/>
                    </a:schemeClr>
                  </a:solidFill>
                </a:rPr>
                <a:t> Microchip Technology Inc. and its subsidiaries</a:t>
              </a:r>
            </a:p>
          </p:txBody>
        </p:sp>
        <p:sp>
          <p:nvSpPr>
            <p:cNvPr id="7" name="Rectangle 6">
              <a:extLst>
                <a:ext uri="{FF2B5EF4-FFF2-40B4-BE49-F238E27FC236}">
                  <a16:creationId xmlns:a16="http://schemas.microsoft.com/office/drawing/2014/main" id="{783E9907-5B53-D94D-B91B-5D80BFCB4C36}"/>
                </a:ext>
              </a:extLst>
            </p:cNvPr>
            <p:cNvSpPr/>
            <p:nvPr userDrawn="1"/>
          </p:nvSpPr>
          <p:spPr>
            <a:xfrm>
              <a:off x="4070555" y="6611779"/>
              <a:ext cx="747251" cy="23076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TextBox 7">
              <a:extLst>
                <a:ext uri="{FF2B5EF4-FFF2-40B4-BE49-F238E27FC236}">
                  <a16:creationId xmlns:a16="http://schemas.microsoft.com/office/drawing/2014/main" id="{1D8318FC-FB83-DD43-9569-4DB052814862}"/>
                </a:ext>
              </a:extLst>
            </p:cNvPr>
            <p:cNvSpPr txBox="1"/>
            <p:nvPr userDrawn="1"/>
          </p:nvSpPr>
          <p:spPr>
            <a:xfrm>
              <a:off x="4611329" y="6611779"/>
              <a:ext cx="284763" cy="246221"/>
            </a:xfrm>
            <a:prstGeom prst="rect">
              <a:avLst/>
            </a:prstGeom>
            <a:noFill/>
          </p:spPr>
          <p:txBody>
            <a:bodyPr wrap="square" rtlCol="0">
              <a:spAutoFit/>
            </a:bodyPr>
            <a:lstStyle/>
            <a:p>
              <a:pPr algn="r"/>
              <a:r>
                <a:rPr lang="en-US" sz="1000" dirty="0">
                  <a:solidFill>
                    <a:schemeClr val="bg1">
                      <a:lumMod val="65000"/>
                    </a:schemeClr>
                  </a:solidFill>
                </a:rPr>
                <a:t>©</a:t>
              </a:r>
            </a:p>
          </p:txBody>
        </p:sp>
      </p:grpSp>
    </p:spTree>
    <p:extLst>
      <p:ext uri="{BB962C8B-B14F-4D97-AF65-F5344CB8AC3E}">
        <p14:creationId xmlns:p14="http://schemas.microsoft.com/office/powerpoint/2010/main" val="778931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MCHP-logo.jpg"/>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583436" y="6396138"/>
            <a:ext cx="1447127" cy="364442"/>
          </a:xfrm>
          <a:prstGeom prst="rect">
            <a:avLst/>
          </a:prstGeom>
        </p:spPr>
      </p:pic>
      <p:sp>
        <p:nvSpPr>
          <p:cNvPr id="2" name="Title Placeholder 1"/>
          <p:cNvSpPr>
            <a:spLocks noGrp="1"/>
          </p:cNvSpPr>
          <p:nvPr>
            <p:ph type="title"/>
          </p:nvPr>
        </p:nvSpPr>
        <p:spPr>
          <a:xfrm>
            <a:off x="355509" y="96296"/>
            <a:ext cx="11400661" cy="942795"/>
          </a:xfrm>
          <a:prstGeom prst="rect">
            <a:avLst/>
          </a:prstGeom>
        </p:spPr>
        <p:txBody>
          <a:bodyPr vert="horz" lIns="121888" tIns="60944" rIns="121888" bIns="60944" rtlCol="0" anchor="t" anchorCtr="0">
            <a:noAutofit/>
          </a:bodyPr>
          <a:lstStyle/>
          <a:p>
            <a:r>
              <a:rPr lang="en-US" dirty="0"/>
              <a:t>Click to edit Master title</a:t>
            </a:r>
          </a:p>
        </p:txBody>
      </p:sp>
      <p:sp>
        <p:nvSpPr>
          <p:cNvPr id="3" name="Text Placeholder 2"/>
          <p:cNvSpPr>
            <a:spLocks noGrp="1"/>
          </p:cNvSpPr>
          <p:nvPr>
            <p:ph type="body" idx="1"/>
          </p:nvPr>
        </p:nvSpPr>
        <p:spPr>
          <a:xfrm>
            <a:off x="355509" y="1039091"/>
            <a:ext cx="11400661" cy="5412311"/>
          </a:xfrm>
          <a:prstGeom prst="rect">
            <a:avLst/>
          </a:prstGeom>
        </p:spPr>
        <p:txBody>
          <a:bodyPr vert="horz" lIns="121888" tIns="60944" rIns="121888" bIns="60944"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a:extLst>
              <a:ext uri="{FF2B5EF4-FFF2-40B4-BE49-F238E27FC236}">
                <a16:creationId xmlns:a16="http://schemas.microsoft.com/office/drawing/2014/main" id="{52589C74-EF87-2646-A562-5428C2FBE5F6}"/>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Microchip Propietary and Confidential</a:t>
            </a:r>
            <a:endParaRPr lang="en-US" dirty="0">
              <a:latin typeface="Calibri Light" panose="020F0302020204030204" pitchFamily="34" charset="0"/>
              <a:cs typeface="Calibri Light" panose="020F0302020204030204" pitchFamily="34" charset="0"/>
            </a:endParaRPr>
          </a:p>
        </p:txBody>
      </p:sp>
      <p:sp>
        <p:nvSpPr>
          <p:cNvPr id="9" name="Slide Number Placeholder 8">
            <a:extLst>
              <a:ext uri="{FF2B5EF4-FFF2-40B4-BE49-F238E27FC236}">
                <a16:creationId xmlns:a16="http://schemas.microsoft.com/office/drawing/2014/main" id="{A2865650-0440-F143-8EFF-C6F819EF3FF4}"/>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spTree>
    <p:extLst>
      <p:ext uri="{BB962C8B-B14F-4D97-AF65-F5344CB8AC3E}">
        <p14:creationId xmlns:p14="http://schemas.microsoft.com/office/powerpoint/2010/main" val="2176979042"/>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6" r:id="rId4"/>
    <p:sldLayoutId id="2147483660" r:id="rId5"/>
    <p:sldLayoutId id="2147483652" r:id="rId6"/>
    <p:sldLayoutId id="2147483657" r:id="rId7"/>
    <p:sldLayoutId id="2147483653" r:id="rId8"/>
    <p:sldLayoutId id="2147483658" r:id="rId9"/>
    <p:sldLayoutId id="2147483654" r:id="rId10"/>
    <p:sldLayoutId id="2147483659" r:id="rId11"/>
    <p:sldLayoutId id="2147483655" r:id="rId12"/>
  </p:sldLayoutIdLst>
  <p:hf sldNum="0" hdr="0" ftr="0" dt="0"/>
  <p:txStyles>
    <p:titleStyle>
      <a:lvl1pPr algn="l" defTabSz="609443" rtl="0" eaLnBrk="1" latinLnBrk="0" hangingPunct="1">
        <a:lnSpc>
          <a:spcPct val="100000"/>
        </a:lnSpc>
        <a:spcBef>
          <a:spcPct val="0"/>
        </a:spcBef>
        <a:buNone/>
        <a:defRPr sz="4400" b="1" kern="1200" normalizeH="0" baseline="0">
          <a:solidFill>
            <a:srgbClr val="0E3689"/>
          </a:solidFill>
          <a:latin typeface="+mj-lt"/>
          <a:ea typeface="+mj-ea"/>
          <a:cs typeface="+mj-cs"/>
        </a:defRPr>
      </a:lvl1pPr>
    </p:titleStyle>
    <p:bodyStyle>
      <a:lvl1pPr marL="274320" indent="-274320" algn="l" defTabSz="609443" rtl="0" eaLnBrk="1" latinLnBrk="0" hangingPunct="1">
        <a:spcBef>
          <a:spcPts val="300"/>
        </a:spcBef>
        <a:buClr>
          <a:srgbClr val="0E3689"/>
        </a:buClr>
        <a:buFont typeface="Arial"/>
        <a:buChar char="•"/>
        <a:defRPr sz="3200" b="1" kern="1200">
          <a:solidFill>
            <a:srgbClr val="070707"/>
          </a:solidFill>
          <a:latin typeface="+mn-lt"/>
          <a:ea typeface="+mn-ea"/>
          <a:cs typeface="+mn-cs"/>
        </a:defRPr>
      </a:lvl1pPr>
      <a:lvl2pPr marL="576072" indent="-274320" algn="l" defTabSz="609443" rtl="0" eaLnBrk="1" latinLnBrk="0" hangingPunct="1">
        <a:spcBef>
          <a:spcPts val="300"/>
        </a:spcBef>
        <a:buClr>
          <a:srgbClr val="1D9CE4"/>
        </a:buClr>
        <a:buFont typeface="Arial" panose="020B0604020202020204" pitchFamily="34" charset="0"/>
        <a:buChar char="•"/>
        <a:defRPr sz="2800" kern="1200">
          <a:solidFill>
            <a:srgbClr val="070707"/>
          </a:solidFill>
          <a:latin typeface="+mn-lt"/>
          <a:ea typeface="+mn-ea"/>
          <a:cs typeface="+mn-cs"/>
        </a:defRPr>
      </a:lvl2pPr>
      <a:lvl3pPr marL="868680" indent="-274320" algn="l" defTabSz="609443" rtl="0" eaLnBrk="1" latinLnBrk="0" hangingPunct="1">
        <a:spcBef>
          <a:spcPts val="300"/>
        </a:spcBef>
        <a:buClr>
          <a:srgbClr val="1D9CE4"/>
        </a:buClr>
        <a:buFont typeface="Arial"/>
        <a:buChar char="•"/>
        <a:defRPr sz="2400" kern="1200">
          <a:solidFill>
            <a:srgbClr val="070707"/>
          </a:solidFill>
          <a:latin typeface="+mn-lt"/>
          <a:ea typeface="+mn-ea"/>
          <a:cs typeface="+mn-cs"/>
        </a:defRPr>
      </a:lvl3pPr>
      <a:lvl4pPr marL="1143000" indent="-274320" algn="l" defTabSz="609443" rtl="0" eaLnBrk="1" latinLnBrk="0" hangingPunct="1">
        <a:spcBef>
          <a:spcPts val="300"/>
        </a:spcBef>
        <a:buClr>
          <a:srgbClr val="1D9CE4"/>
        </a:buClr>
        <a:buFont typeface="Arial" panose="020B0604020202020204" pitchFamily="34" charset="0"/>
        <a:buChar char="•"/>
        <a:defRPr sz="2000" kern="1200">
          <a:solidFill>
            <a:srgbClr val="070707"/>
          </a:solidFill>
          <a:latin typeface="+mn-lt"/>
          <a:ea typeface="+mn-ea"/>
          <a:cs typeface="+mn-cs"/>
        </a:defRPr>
      </a:lvl4pPr>
      <a:lvl5pPr marL="1435608" indent="-274320" algn="l" defTabSz="609443" rtl="0" eaLnBrk="1" latinLnBrk="0" hangingPunct="1">
        <a:spcBef>
          <a:spcPts val="300"/>
        </a:spcBef>
        <a:buClr>
          <a:srgbClr val="1D9CE4"/>
        </a:buClr>
        <a:buFont typeface="Arial" panose="020B0604020202020204" pitchFamily="34" charset="0"/>
        <a:buChar char="•"/>
        <a:defRPr sz="2000" kern="1200">
          <a:solidFill>
            <a:srgbClr val="070707"/>
          </a:solidFill>
          <a:latin typeface="+mn-lt"/>
          <a:ea typeface="+mn-ea"/>
          <a:cs typeface="+mn-cs"/>
        </a:defRPr>
      </a:lvl5pPr>
      <a:lvl6pPr marL="3351933" indent="-304723" algn="l" defTabSz="609443" rtl="0" eaLnBrk="1" latinLnBrk="0" hangingPunct="1">
        <a:spcBef>
          <a:spcPct val="20000"/>
        </a:spcBef>
        <a:buFont typeface="Arial"/>
        <a:buChar char="•"/>
        <a:defRPr sz="2700" kern="1200">
          <a:solidFill>
            <a:schemeClr val="tx1"/>
          </a:solidFill>
          <a:latin typeface="+mn-lt"/>
          <a:ea typeface="+mn-ea"/>
          <a:cs typeface="+mn-cs"/>
        </a:defRPr>
      </a:lvl6pPr>
      <a:lvl7pPr marL="3961376" indent="-304723" algn="l" defTabSz="609443" rtl="0" eaLnBrk="1" latinLnBrk="0" hangingPunct="1">
        <a:spcBef>
          <a:spcPct val="20000"/>
        </a:spcBef>
        <a:buFont typeface="Arial"/>
        <a:buChar char="•"/>
        <a:defRPr sz="2700" kern="1200">
          <a:solidFill>
            <a:schemeClr val="tx1"/>
          </a:solidFill>
          <a:latin typeface="+mn-lt"/>
          <a:ea typeface="+mn-ea"/>
          <a:cs typeface="+mn-cs"/>
        </a:defRPr>
      </a:lvl7pPr>
      <a:lvl8pPr marL="4570819" indent="-304723" algn="l" defTabSz="609443" rtl="0" eaLnBrk="1" latinLnBrk="0" hangingPunct="1">
        <a:spcBef>
          <a:spcPct val="20000"/>
        </a:spcBef>
        <a:buFont typeface="Arial"/>
        <a:buChar char="•"/>
        <a:defRPr sz="2700" kern="1200">
          <a:solidFill>
            <a:schemeClr val="tx1"/>
          </a:solidFill>
          <a:latin typeface="+mn-lt"/>
          <a:ea typeface="+mn-ea"/>
          <a:cs typeface="+mn-cs"/>
        </a:defRPr>
      </a:lvl8pPr>
      <a:lvl9pPr marL="5180261" indent="-304723" algn="l" defTabSz="609443" rtl="0" eaLnBrk="1" latinLnBrk="0" hangingPunct="1">
        <a:spcBef>
          <a:spcPct val="20000"/>
        </a:spcBef>
        <a:buFont typeface="Arial"/>
        <a:buChar char="•"/>
        <a:defRPr sz="2700" kern="1200">
          <a:solidFill>
            <a:schemeClr val="tx1"/>
          </a:solidFill>
          <a:latin typeface="+mn-lt"/>
          <a:ea typeface="+mn-ea"/>
          <a:cs typeface="+mn-cs"/>
        </a:defRPr>
      </a:lvl9pPr>
    </p:bodyStyle>
    <p:otherStyle>
      <a:defPPr>
        <a:defRPr lang="en-US"/>
      </a:defPPr>
      <a:lvl1pPr marL="0" algn="l" defTabSz="609443" rtl="0" eaLnBrk="1" latinLnBrk="0" hangingPunct="1">
        <a:defRPr sz="2400" kern="1200">
          <a:solidFill>
            <a:schemeClr val="tx1"/>
          </a:solidFill>
          <a:latin typeface="+mn-lt"/>
          <a:ea typeface="+mn-ea"/>
          <a:cs typeface="+mn-cs"/>
        </a:defRPr>
      </a:lvl1pPr>
      <a:lvl2pPr marL="609443" algn="l" defTabSz="609443" rtl="0" eaLnBrk="1" latinLnBrk="0" hangingPunct="1">
        <a:defRPr sz="2400" kern="1200">
          <a:solidFill>
            <a:schemeClr val="tx1"/>
          </a:solidFill>
          <a:latin typeface="+mn-lt"/>
          <a:ea typeface="+mn-ea"/>
          <a:cs typeface="+mn-cs"/>
        </a:defRPr>
      </a:lvl2pPr>
      <a:lvl3pPr marL="1218885" algn="l" defTabSz="609443" rtl="0" eaLnBrk="1" latinLnBrk="0" hangingPunct="1">
        <a:defRPr sz="2400" kern="1200">
          <a:solidFill>
            <a:schemeClr val="tx1"/>
          </a:solidFill>
          <a:latin typeface="+mn-lt"/>
          <a:ea typeface="+mn-ea"/>
          <a:cs typeface="+mn-cs"/>
        </a:defRPr>
      </a:lvl3pPr>
      <a:lvl4pPr marL="1828328" algn="l" defTabSz="609443" rtl="0" eaLnBrk="1" latinLnBrk="0" hangingPunct="1">
        <a:defRPr sz="2400" kern="1200">
          <a:solidFill>
            <a:schemeClr val="tx1"/>
          </a:solidFill>
          <a:latin typeface="+mn-lt"/>
          <a:ea typeface="+mn-ea"/>
          <a:cs typeface="+mn-cs"/>
        </a:defRPr>
      </a:lvl4pPr>
      <a:lvl5pPr marL="2437771" algn="l" defTabSz="609443" rtl="0" eaLnBrk="1" latinLnBrk="0" hangingPunct="1">
        <a:defRPr sz="2400" kern="1200">
          <a:solidFill>
            <a:schemeClr val="tx1"/>
          </a:solidFill>
          <a:latin typeface="+mn-lt"/>
          <a:ea typeface="+mn-ea"/>
          <a:cs typeface="+mn-cs"/>
        </a:defRPr>
      </a:lvl5pPr>
      <a:lvl6pPr marL="3047213" algn="l" defTabSz="609443" rtl="0" eaLnBrk="1" latinLnBrk="0" hangingPunct="1">
        <a:defRPr sz="2400" kern="1200">
          <a:solidFill>
            <a:schemeClr val="tx1"/>
          </a:solidFill>
          <a:latin typeface="+mn-lt"/>
          <a:ea typeface="+mn-ea"/>
          <a:cs typeface="+mn-cs"/>
        </a:defRPr>
      </a:lvl6pPr>
      <a:lvl7pPr marL="3656656" algn="l" defTabSz="609443" rtl="0" eaLnBrk="1" latinLnBrk="0" hangingPunct="1">
        <a:defRPr sz="2400" kern="1200">
          <a:solidFill>
            <a:schemeClr val="tx1"/>
          </a:solidFill>
          <a:latin typeface="+mn-lt"/>
          <a:ea typeface="+mn-ea"/>
          <a:cs typeface="+mn-cs"/>
        </a:defRPr>
      </a:lvl7pPr>
      <a:lvl8pPr marL="4266097" algn="l" defTabSz="609443" rtl="0" eaLnBrk="1" latinLnBrk="0" hangingPunct="1">
        <a:defRPr sz="2400" kern="1200">
          <a:solidFill>
            <a:schemeClr val="tx1"/>
          </a:solidFill>
          <a:latin typeface="+mn-lt"/>
          <a:ea typeface="+mn-ea"/>
          <a:cs typeface="+mn-cs"/>
        </a:defRPr>
      </a:lvl8pPr>
      <a:lvl9pPr marL="4875541" algn="l" defTabSz="609443"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59" userDrawn="1">
          <p15:clr>
            <a:srgbClr val="F26B43"/>
          </p15:clr>
        </p15:guide>
        <p15:guide id="2" pos="16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sales.microchip.bloqq.io/#M6a5f4dfc23fe7ca41be98e74" TargetMode="External"/><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sales.microchip.bloqq.io/#M6a5f4e2a23fe7ca41be98e75#%7B%22pageId%22%3A%228Z2_M-jXWNjm8V0-_wRM%22%7D" TargetMode="External"/><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dsPIC33AK + 10BASE-T1S Heartbeat Demo</a:t>
            </a:r>
          </a:p>
        </p:txBody>
      </p:sp>
      <p:sp>
        <p:nvSpPr>
          <p:cNvPr id="3" name="Text Placeholder 2"/>
          <p:cNvSpPr>
            <a:spLocks noGrp="1"/>
          </p:cNvSpPr>
          <p:nvPr>
            <p:ph type="body" sz="quarter" idx="12"/>
          </p:nvPr>
        </p:nvSpPr>
        <p:spPr/>
        <p:txBody>
          <a:bodyPr/>
          <a:lstStyle/>
          <a:p>
            <a:r>
              <a:t>July 2026</a:t>
            </a:r>
          </a:p>
        </p:txBody>
      </p:sp>
      <p:sp>
        <p:nvSpPr>
          <p:cNvPr id="4" name="Text Placeholder 3"/>
          <p:cNvSpPr>
            <a:spLocks noGrp="1"/>
          </p:cNvSpPr>
          <p:nvPr>
            <p:ph type="body" sz="quarter" idx="13"/>
          </p:nvPr>
        </p:nvSpPr>
        <p:spPr/>
        <p:txBody>
          <a:bodyPr/>
          <a:lstStyle/>
          <a:p>
            <a:r>
              <a:t>LED Synchronization &amp; Throughput over Single Pair Ethernet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Architecture</a:t>
            </a:r>
          </a:p>
        </p:txBody>
      </p:sp>
      <p:sp>
        <p:nvSpPr>
          <p:cNvPr id="3" name="Content Placeholder 2"/>
          <p:cNvSpPr>
            <a:spLocks noGrp="1"/>
          </p:cNvSpPr>
          <p:nvPr>
            <p:ph sz="quarter" idx="15"/>
          </p:nvPr>
        </p:nvSpPr>
        <p:spPr/>
        <p:txBody>
          <a:bodyPr>
            <a:normAutofit fontScale="92500" lnSpcReduction="20000"/>
          </a:bodyPr>
          <a:lstStyle/>
          <a:p>
            <a:r>
              <a:rPr dirty="0"/>
              <a:t>Two identical boards, one firmware</a:t>
            </a:r>
          </a:p>
          <a:p>
            <a:r>
              <a:rPr dirty="0"/>
              <a:t>Role selected at boot (button)</a:t>
            </a:r>
            <a:r>
              <a:rPr lang="de-DE" dirty="0"/>
              <a:t> </a:t>
            </a:r>
            <a:endParaRPr dirty="0"/>
          </a:p>
          <a:p>
            <a:endParaRPr dirty="0"/>
          </a:p>
          <a:p>
            <a:r>
              <a:rPr dirty="0"/>
              <a:t>SERVER (</a:t>
            </a:r>
            <a:r>
              <a:rPr dirty="0" err="1"/>
              <a:t>nodeId</a:t>
            </a:r>
            <a:r>
              <a:rPr dirty="0"/>
              <a:t>=1, .101)</a:t>
            </a:r>
          </a:p>
          <a:p>
            <a:r>
              <a:rPr dirty="0"/>
              <a:t>  Blinks LED at 500ms</a:t>
            </a:r>
          </a:p>
          <a:p>
            <a:r>
              <a:rPr dirty="0"/>
              <a:t>  Sends 1-byte UDP heartbeat</a:t>
            </a:r>
          </a:p>
          <a:p>
            <a:r>
              <a:rPr dirty="0"/>
              <a:t>  Measures RTT (~507 us)</a:t>
            </a:r>
          </a:p>
          <a:p>
            <a:endParaRPr dirty="0"/>
          </a:p>
          <a:p>
            <a:r>
              <a:rPr dirty="0"/>
              <a:t>CLIENT (</a:t>
            </a:r>
            <a:r>
              <a:rPr dirty="0" err="1"/>
              <a:t>nodeId</a:t>
            </a:r>
            <a:r>
              <a:rPr dirty="0"/>
              <a:t>=0, .100)</a:t>
            </a:r>
          </a:p>
          <a:p>
            <a:r>
              <a:rPr dirty="0"/>
              <a:t>  Mirrors LED from server</a:t>
            </a:r>
          </a:p>
          <a:p>
            <a:r>
              <a:rPr dirty="0"/>
              <a:t>  Sends 1-byte ACK back</a:t>
            </a:r>
          </a:p>
        </p:txBody>
      </p:sp>
      <p:sp>
        <p:nvSpPr>
          <p:cNvPr id="4" name="Content Placeholder 3"/>
          <p:cNvSpPr>
            <a:spLocks noGrp="1"/>
          </p:cNvSpPr>
          <p:nvPr>
            <p:ph sz="quarter" idx="16"/>
          </p:nvPr>
        </p:nvSpPr>
        <p:spPr/>
        <p:txBody>
          <a:bodyPr>
            <a:normAutofit fontScale="92500" lnSpcReduction="20000"/>
          </a:bodyPr>
          <a:lstStyle/>
          <a:p>
            <a:r>
              <a:rPr dirty="0"/>
              <a:t>10BASE-T1S Features</a:t>
            </a:r>
          </a:p>
          <a:p>
            <a:r>
              <a:rPr dirty="0"/>
              <a:t>  PLCA multi-drop bus</a:t>
            </a:r>
          </a:p>
          <a:p>
            <a:r>
              <a:rPr dirty="0"/>
              <a:t>  2-node configuration</a:t>
            </a:r>
          </a:p>
          <a:p>
            <a:r>
              <a:rPr dirty="0"/>
              <a:t>  Sub-</a:t>
            </a:r>
            <a:r>
              <a:rPr dirty="0" err="1"/>
              <a:t>ms</a:t>
            </a:r>
            <a:r>
              <a:rPr dirty="0"/>
              <a:t> deterministic latency</a:t>
            </a:r>
            <a:r>
              <a:rPr lang="de-DE" dirty="0"/>
              <a:t> </a:t>
            </a:r>
            <a:endParaRPr dirty="0"/>
          </a:p>
          <a:p>
            <a:endParaRPr dirty="0"/>
          </a:p>
          <a:p>
            <a:r>
              <a:rPr dirty="0"/>
              <a:t>Protocol Stack</a:t>
            </a:r>
          </a:p>
          <a:p>
            <a:r>
              <a:rPr dirty="0"/>
              <a:t>  LAN8651 MAC-PHY (SPI)</a:t>
            </a:r>
          </a:p>
          <a:p>
            <a:r>
              <a:rPr dirty="0"/>
              <a:t>  </a:t>
            </a:r>
            <a:r>
              <a:rPr dirty="0" err="1"/>
              <a:t>lwIP</a:t>
            </a:r>
            <a:r>
              <a:rPr dirty="0"/>
              <a:t> (UDP/IP)</a:t>
            </a:r>
          </a:p>
          <a:p>
            <a:r>
              <a:rPr dirty="0"/>
              <a:t>  TC6 SPI Protocol</a:t>
            </a:r>
          </a:p>
          <a:p>
            <a:endParaRPr dirty="0"/>
          </a:p>
          <a:p>
            <a:r>
              <a:rPr dirty="0"/>
              <a:t>Timer: 100MHz free-running</a:t>
            </a:r>
          </a:p>
          <a:p>
            <a:r>
              <a:rPr dirty="0"/>
              <a:t>  10ns resolution, no ISR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Performance &amp; Packet Analysis</a:t>
            </a:r>
          </a:p>
        </p:txBody>
      </p:sp>
      <p:sp>
        <p:nvSpPr>
          <p:cNvPr id="3" name="Content Placeholder 2"/>
          <p:cNvSpPr>
            <a:spLocks noGrp="1"/>
          </p:cNvSpPr>
          <p:nvPr>
            <p:ph sz="quarter" idx="13"/>
          </p:nvPr>
        </p:nvSpPr>
        <p:spPr/>
        <p:txBody>
          <a:bodyPr>
            <a:normAutofit fontScale="92500" lnSpcReduction="10000"/>
          </a:bodyPr>
          <a:lstStyle/>
          <a:p>
            <a:r>
              <a:rPr dirty="0"/>
              <a:t>Heartbeat Round-Trip Time: 507 us average</a:t>
            </a:r>
          </a:p>
          <a:p>
            <a:pPr lvl="1"/>
            <a:r>
              <a:rPr dirty="0"/>
              <a:t>Server to Client: 1 byte payload, 55 bytes on wire</a:t>
            </a:r>
          </a:p>
          <a:p>
            <a:pPr lvl="1"/>
            <a:r>
              <a:rPr dirty="0"/>
              <a:t>Client to Server: 1 byte ACK, 55 bytes on wire</a:t>
            </a:r>
          </a:p>
          <a:p>
            <a:pPr lvl="1"/>
            <a:r>
              <a:rPr dirty="0"/>
              <a:t>RTT jitter: +/- 3 us (highly deterministic)</a:t>
            </a:r>
          </a:p>
          <a:p>
            <a:pPr lvl="1"/>
            <a:r>
              <a:rPr dirty="0"/>
              <a:t>Measurement resolution: 10 ns (free-running 100MHz timer)</a:t>
            </a:r>
            <a:r>
              <a:rPr lang="de-DE" dirty="0"/>
              <a:t> </a:t>
            </a:r>
            <a:endParaRPr dirty="0"/>
          </a:p>
          <a:p>
            <a:endParaRPr dirty="0"/>
          </a:p>
          <a:p>
            <a:r>
              <a:rPr dirty="0" err="1"/>
              <a:t>iperf</a:t>
            </a:r>
            <a:r>
              <a:rPr dirty="0"/>
              <a:t> UDP Throughput: 9.47 Mbps (95% of 10 Mbps link)</a:t>
            </a:r>
          </a:p>
          <a:p>
            <a:pPr lvl="1"/>
            <a:r>
              <a:rPr dirty="0"/>
              <a:t>Packet size: 1460 bytes payload, 1514 bytes on wire</a:t>
            </a:r>
          </a:p>
          <a:p>
            <a:pPr lvl="1"/>
            <a:r>
              <a:rPr dirty="0"/>
              <a:t>~5.9 MB transferred per 5-second interval</a:t>
            </a:r>
          </a:p>
          <a:p>
            <a:endParaRPr dirty="0"/>
          </a:p>
          <a:p>
            <a:r>
              <a:rPr dirty="0"/>
              <a:t>RTT Breakdown (each direction ~250 us):</a:t>
            </a:r>
          </a:p>
          <a:p>
            <a:pPr lvl="1"/>
            <a:r>
              <a:rPr dirty="0"/>
              <a:t>SPI transfer: ~80 us | PLCA slot: ~30 us | Wire: ~5 us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sz="quarter" idx="13"/>
          </p:nvPr>
        </p:nvSpPr>
        <p:spPr/>
        <p:txBody>
          <a:bodyPr>
            <a:normAutofit fontScale="85000" lnSpcReduction="20000"/>
          </a:bodyPr>
          <a:lstStyle/>
          <a:p>
            <a:r>
              <a:rPr dirty="0"/>
              <a:t>10BASE-T1S enables deterministic, low-latency Ethernet</a:t>
            </a:r>
          </a:p>
          <a:p>
            <a:pPr lvl="1"/>
            <a:r>
              <a:rPr dirty="0"/>
              <a:t>Sub-millisecond RTT on a multi-drop bus topology</a:t>
            </a:r>
          </a:p>
          <a:p>
            <a:pPr lvl="1"/>
            <a:r>
              <a:rPr dirty="0"/>
              <a:t>PLCA ensures collision-free, bounded access</a:t>
            </a:r>
            <a:r>
              <a:rPr lang="de-DE" dirty="0"/>
              <a:t> </a:t>
            </a:r>
            <a:endParaRPr dirty="0"/>
          </a:p>
          <a:p>
            <a:endParaRPr dirty="0"/>
          </a:p>
          <a:p>
            <a:r>
              <a:rPr dirty="0"/>
              <a:t>Near-maximum link utilization (95%)</a:t>
            </a:r>
          </a:p>
          <a:p>
            <a:pPr lvl="1"/>
            <a:r>
              <a:rPr dirty="0"/>
              <a:t>9.47 Mbps sustained UDP throughput on 10 Mbps link</a:t>
            </a:r>
          </a:p>
          <a:p>
            <a:pPr lvl="1"/>
            <a:r>
              <a:rPr dirty="0"/>
              <a:t>Minimal protocol overhead at application layer</a:t>
            </a:r>
          </a:p>
          <a:p>
            <a:endParaRPr dirty="0"/>
          </a:p>
          <a:p>
            <a:r>
              <a:rPr dirty="0"/>
              <a:t>Single firmware, dual-role architecture</a:t>
            </a:r>
          </a:p>
          <a:p>
            <a:pPr lvl="1"/>
            <a:r>
              <a:rPr dirty="0"/>
              <a:t>Same binary on both boards - simplifies deployment</a:t>
            </a:r>
          </a:p>
          <a:p>
            <a:pPr lvl="1"/>
            <a:r>
              <a:rPr dirty="0"/>
              <a:t>Role via GPIO at boot - no configuration needed</a:t>
            </a:r>
          </a:p>
          <a:p>
            <a:endParaRPr dirty="0"/>
          </a:p>
          <a:p>
            <a:r>
              <a:rPr dirty="0"/>
              <a:t>Coexistence of control + bulk traffic</a:t>
            </a:r>
          </a:p>
          <a:p>
            <a:pPr lvl="1"/>
            <a:r>
              <a:rPr dirty="0"/>
              <a:t>1-byte heartbeat for real-time signaling</a:t>
            </a:r>
          </a:p>
          <a:p>
            <a:pPr lvl="1"/>
            <a:r>
              <a:rPr dirty="0"/>
              <a:t>Heartbeat pauses during </a:t>
            </a:r>
            <a:r>
              <a:rPr dirty="0" err="1"/>
              <a:t>iperf</a:t>
            </a:r>
            <a:r>
              <a:rPr dirty="0"/>
              <a:t> for clean measurement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21791-9055-7F73-0B9E-7B4A335A8F83}"/>
              </a:ext>
            </a:extLst>
          </p:cNvPr>
          <p:cNvSpPr>
            <a:spLocks noGrp="1"/>
          </p:cNvSpPr>
          <p:nvPr>
            <p:ph type="title"/>
          </p:nvPr>
        </p:nvSpPr>
        <p:spPr/>
        <p:txBody>
          <a:bodyPr/>
          <a:lstStyle/>
          <a:p>
            <a:r>
              <a:rPr lang="de-DE" dirty="0"/>
              <a:t>Block-</a:t>
            </a:r>
            <a:r>
              <a:rPr lang="de-DE" dirty="0" err="1"/>
              <a:t>Diagram</a:t>
            </a:r>
            <a:endParaRPr lang="de-DE" dirty="0"/>
          </a:p>
        </p:txBody>
      </p:sp>
      <p:pic>
        <p:nvPicPr>
          <p:cNvPr id="5" name="Picture 4">
            <a:extLst>
              <a:ext uri="{FF2B5EF4-FFF2-40B4-BE49-F238E27FC236}">
                <a16:creationId xmlns:a16="http://schemas.microsoft.com/office/drawing/2014/main" id="{816444F2-0842-84C4-653D-ACDD06DC7FB2}"/>
              </a:ext>
            </a:extLst>
          </p:cNvPr>
          <p:cNvPicPr>
            <a:picLocks noChangeAspect="1"/>
          </p:cNvPicPr>
          <p:nvPr/>
        </p:nvPicPr>
        <p:blipFill>
          <a:blip r:embed="rId2"/>
          <a:stretch>
            <a:fillRect/>
          </a:stretch>
        </p:blipFill>
        <p:spPr>
          <a:xfrm>
            <a:off x="220153" y="810869"/>
            <a:ext cx="11536017" cy="5550348"/>
          </a:xfrm>
          <a:prstGeom prst="rect">
            <a:avLst/>
          </a:prstGeom>
        </p:spPr>
      </p:pic>
      <p:sp>
        <p:nvSpPr>
          <p:cNvPr id="7" name="TextBox 6">
            <a:extLst>
              <a:ext uri="{FF2B5EF4-FFF2-40B4-BE49-F238E27FC236}">
                <a16:creationId xmlns:a16="http://schemas.microsoft.com/office/drawing/2014/main" id="{DA99FA7E-226A-68C8-AD44-11A1322D0AFE}"/>
              </a:ext>
            </a:extLst>
          </p:cNvPr>
          <p:cNvSpPr txBox="1"/>
          <p:nvPr/>
        </p:nvSpPr>
        <p:spPr>
          <a:xfrm>
            <a:off x="220153" y="6387116"/>
            <a:ext cx="8695726" cy="461665"/>
          </a:xfrm>
          <a:prstGeom prst="rect">
            <a:avLst/>
          </a:prstGeom>
          <a:noFill/>
        </p:spPr>
        <p:txBody>
          <a:bodyPr wrap="square">
            <a:spAutoFit/>
          </a:bodyPr>
          <a:lstStyle/>
          <a:p>
            <a:r>
              <a:rPr lang="de-DE" sz="1200" dirty="0">
                <a:hlinkClick r:id="rId3"/>
              </a:rPr>
              <a:t>https://sales.microchip.bloqq.io/#M6a5f4dfc23fe7ca41be98e74</a:t>
            </a:r>
            <a:endParaRPr lang="de-DE" sz="1200" dirty="0"/>
          </a:p>
          <a:p>
            <a:endParaRPr lang="de-DE" sz="1200" dirty="0"/>
          </a:p>
        </p:txBody>
      </p:sp>
    </p:spTree>
    <p:extLst>
      <p:ext uri="{BB962C8B-B14F-4D97-AF65-F5344CB8AC3E}">
        <p14:creationId xmlns:p14="http://schemas.microsoft.com/office/powerpoint/2010/main" val="1781062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257FCF-9153-CD75-BCC8-5FE60F4B3555}"/>
              </a:ext>
            </a:extLst>
          </p:cNvPr>
          <p:cNvPicPr>
            <a:picLocks noChangeAspect="1"/>
          </p:cNvPicPr>
          <p:nvPr/>
        </p:nvPicPr>
        <p:blipFill>
          <a:blip r:embed="rId2"/>
          <a:stretch>
            <a:fillRect/>
          </a:stretch>
        </p:blipFill>
        <p:spPr>
          <a:xfrm>
            <a:off x="125895" y="710716"/>
            <a:ext cx="11072191" cy="5677878"/>
          </a:xfrm>
          <a:prstGeom prst="rect">
            <a:avLst/>
          </a:prstGeom>
        </p:spPr>
      </p:pic>
      <p:sp>
        <p:nvSpPr>
          <p:cNvPr id="2" name="Title 1">
            <a:extLst>
              <a:ext uri="{FF2B5EF4-FFF2-40B4-BE49-F238E27FC236}">
                <a16:creationId xmlns:a16="http://schemas.microsoft.com/office/drawing/2014/main" id="{22F74B3F-A9D4-5D11-945A-2EFCE4701302}"/>
              </a:ext>
            </a:extLst>
          </p:cNvPr>
          <p:cNvSpPr>
            <a:spLocks noGrp="1"/>
          </p:cNvSpPr>
          <p:nvPr>
            <p:ph type="title"/>
          </p:nvPr>
        </p:nvSpPr>
        <p:spPr/>
        <p:txBody>
          <a:bodyPr/>
          <a:lstStyle/>
          <a:p>
            <a:r>
              <a:rPr lang="de-DE" dirty="0"/>
              <a:t>Time Flow Chart - UDP</a:t>
            </a:r>
          </a:p>
        </p:txBody>
      </p:sp>
      <p:sp>
        <p:nvSpPr>
          <p:cNvPr id="7" name="TextBox 6">
            <a:extLst>
              <a:ext uri="{FF2B5EF4-FFF2-40B4-BE49-F238E27FC236}">
                <a16:creationId xmlns:a16="http://schemas.microsoft.com/office/drawing/2014/main" id="{35A30CE2-0D54-0B2F-5690-6F4B92CD7013}"/>
              </a:ext>
            </a:extLst>
          </p:cNvPr>
          <p:cNvSpPr txBox="1"/>
          <p:nvPr/>
        </p:nvSpPr>
        <p:spPr>
          <a:xfrm>
            <a:off x="125894" y="6350842"/>
            <a:ext cx="11630275" cy="523220"/>
          </a:xfrm>
          <a:prstGeom prst="rect">
            <a:avLst/>
          </a:prstGeom>
          <a:noFill/>
        </p:spPr>
        <p:txBody>
          <a:bodyPr wrap="square">
            <a:spAutoFit/>
          </a:bodyPr>
          <a:lstStyle/>
          <a:p>
            <a:r>
              <a:rPr lang="de-DE" sz="1400" dirty="0">
                <a:hlinkClick r:id="rId3"/>
              </a:rPr>
              <a:t>https://sales.microchip.bloqq.io/#M6a5f4e2a23fe7ca41be98e75#%7B%22pageId%22%3A%228Z2_M-jXWNjm8V0-_wRM%22%7D</a:t>
            </a:r>
            <a:endParaRPr lang="de-DE" sz="1400" dirty="0"/>
          </a:p>
          <a:p>
            <a:endParaRPr lang="de-DE" sz="1400" dirty="0"/>
          </a:p>
        </p:txBody>
      </p:sp>
    </p:spTree>
    <p:extLst>
      <p:ext uri="{BB962C8B-B14F-4D97-AF65-F5344CB8AC3E}">
        <p14:creationId xmlns:p14="http://schemas.microsoft.com/office/powerpoint/2010/main" val="256739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789920" cy="548640"/>
          </a:xfrm>
          <a:prstGeom prst="rect">
            <a:avLst/>
          </a:prstGeom>
          <a:noFill/>
        </p:spPr>
        <p:txBody>
          <a:bodyPr wrap="square">
            <a:spAutoFit/>
          </a:bodyPr>
          <a:lstStyle/>
          <a:p>
            <a:pPr>
              <a:defRPr sz="3600" b="1">
                <a:solidFill>
                  <a:srgbClr val="0E3689"/>
                </a:solidFill>
              </a:defRPr>
            </a:pPr>
            <a:r>
              <a:t>Legal notice</a:t>
            </a:r>
          </a:p>
        </p:txBody>
      </p:sp>
      <p:sp>
        <p:nvSpPr>
          <p:cNvPr id="3" name="TextBox 2"/>
          <p:cNvSpPr txBox="1"/>
          <p:nvPr/>
        </p:nvSpPr>
        <p:spPr>
          <a:xfrm>
            <a:off x="457200" y="914400"/>
            <a:ext cx="10789920" cy="822960"/>
          </a:xfrm>
          <a:prstGeom prst="rect">
            <a:avLst/>
          </a:prstGeom>
          <a:noFill/>
        </p:spPr>
        <p:txBody>
          <a:bodyPr wrap="square">
            <a:spAutoFit/>
          </a:bodyPr>
          <a:lstStyle/>
          <a:p>
            <a:pPr>
              <a:defRPr sz="800" b="1" u="sng">
                <a:solidFill>
                  <a:srgbClr val="070707"/>
                </a:solidFill>
              </a:defRPr>
            </a:pPr>
            <a:r>
              <a:t>SOFTWARE:</a:t>
            </a:r>
          </a:p>
          <a:p>
            <a:pPr>
              <a:spcBef>
                <a:spcPts val="400"/>
              </a:spcBef>
              <a:defRPr sz="600">
                <a:solidFill>
                  <a:srgbClr val="070707"/>
                </a:solidFill>
              </a:defRPr>
            </a:pPr>
            <a:r>
              <a:t>You may use Microchip software exclusively with Microchip products. Further, use of Microchip software is subject to the copyright notices, disclaimers, and any license terms accompanying such software, whether set forth at the install of each program or posted in a header or text file.</a:t>
            </a:r>
            <a:br/>
            <a:br/>
            <a:r>
              <a:t>Notwithstanding the above, certain components of software offered by Microchip and 3rd parties may be covered by "open source" software licenses – which include licenses that require that the distributor make the software available in source code format. To the extent required by such open source software licenses, the terms of such license will govern.</a:t>
            </a:r>
          </a:p>
        </p:txBody>
      </p:sp>
      <p:sp>
        <p:nvSpPr>
          <p:cNvPr id="4" name="TextBox 3"/>
          <p:cNvSpPr txBox="1"/>
          <p:nvPr/>
        </p:nvSpPr>
        <p:spPr>
          <a:xfrm>
            <a:off x="457200" y="1828800"/>
            <a:ext cx="10789920" cy="1097280"/>
          </a:xfrm>
          <a:prstGeom prst="rect">
            <a:avLst/>
          </a:prstGeom>
          <a:noFill/>
        </p:spPr>
        <p:txBody>
          <a:bodyPr wrap="square">
            <a:spAutoFit/>
          </a:bodyPr>
          <a:lstStyle/>
          <a:p>
            <a:pPr>
              <a:defRPr sz="800" b="1" u="sng">
                <a:solidFill>
                  <a:srgbClr val="070707"/>
                </a:solidFill>
              </a:defRPr>
            </a:pPr>
            <a:r>
              <a:t>NOTICE &amp; DISCLAIMER:</a:t>
            </a:r>
          </a:p>
          <a:p>
            <a:pPr>
              <a:spcBef>
                <a:spcPts val="400"/>
              </a:spcBef>
              <a:defRPr sz="600">
                <a:solidFill>
                  <a:srgbClr val="070707"/>
                </a:solidFill>
              </a:defRPr>
            </a:pPr>
            <a:r>
              <a:t>These materials and accompanying information (including, for example, any software, and references to 3rd party companies and 3rd party websites) are for informational purposes only and provided "AS IS." Microchip assumes no responsibility for statements made by 3rd party companies, or materials or information that such 3rd parties may provide.</a:t>
            </a:r>
            <a:br/>
            <a:br/>
            <a:r>
              <a:t>MICROCHIP DISCLAIMS ALL WARRANTIES, WHETHER EXPRESS, IMPLIED, OR STATUTORY, INCLUDING ANY IMPLIED WARRANTIES OF NONINFRINGEMENT, MERCHANTABILITY, AND FITNESS FOR A PARTICULAR PURPOSE. IN NO EVENT WILL MICROCHIP BE LIABLE FOR ANY DIRECT OR INDIRECT, SPECIAL, PUNITIVE, INCIDENTAL, OR CONSEQUENTIAL LOSS, DAMAGE, COST, OR EXPENSE OF ANY KIND RELATED TO THESE MATERIALS OR ACCOMPANYING INFORMATION PROVIDED TO YOU BY MICROCHIP OR OTHER THIRD PARTIES, EVEN IF MICROCHIP HAS BEEN ADVISED OF THE POSSIBILITY OF SUCH DAMAGES OR THE DAMAGES ARE FORESEEABLE. PLEASE BE AWARE THAT IMPLEMENTATION OF INTELLECTUAL PROPERTY PRESENTED HERE MAY REQUIRE A LICENSE FROM THIRD PARTIES.</a:t>
            </a:r>
          </a:p>
        </p:txBody>
      </p:sp>
      <p:sp>
        <p:nvSpPr>
          <p:cNvPr id="5" name="TextBox 4"/>
          <p:cNvSpPr txBox="1"/>
          <p:nvPr/>
        </p:nvSpPr>
        <p:spPr>
          <a:xfrm>
            <a:off x="457200" y="3200400"/>
            <a:ext cx="10789920" cy="2743200"/>
          </a:xfrm>
          <a:prstGeom prst="rect">
            <a:avLst/>
          </a:prstGeom>
          <a:noFill/>
        </p:spPr>
        <p:txBody>
          <a:bodyPr wrap="square">
            <a:spAutoFit/>
          </a:bodyPr>
          <a:lstStyle/>
          <a:p>
            <a:pPr>
              <a:defRPr sz="800" b="1" u="sng">
                <a:solidFill>
                  <a:srgbClr val="070707"/>
                </a:solidFill>
              </a:defRPr>
            </a:pPr>
            <a:r>
              <a:rPr dirty="0"/>
              <a:t>TRADEMARKS:</a:t>
            </a:r>
          </a:p>
          <a:p>
            <a:pPr>
              <a:spcBef>
                <a:spcPts val="400"/>
              </a:spcBef>
              <a:defRPr sz="500">
                <a:solidFill>
                  <a:srgbClr val="070707"/>
                </a:solidFill>
              </a:defRPr>
            </a:pPr>
            <a:r>
              <a:rPr dirty="0"/>
              <a:t>The Microchip name and logo, the Microchip logo, Adaptec, </a:t>
            </a:r>
            <a:r>
              <a:rPr dirty="0" err="1"/>
              <a:t>AnyRate</a:t>
            </a:r>
            <a:r>
              <a:rPr dirty="0"/>
              <a:t>, AVR, AVR logo, AVR Freaks, </a:t>
            </a:r>
            <a:r>
              <a:rPr dirty="0" err="1"/>
              <a:t>BesTime</a:t>
            </a:r>
            <a:r>
              <a:rPr dirty="0"/>
              <a:t>, </a:t>
            </a:r>
            <a:r>
              <a:rPr dirty="0" err="1"/>
              <a:t>BitCloud</a:t>
            </a:r>
            <a:r>
              <a:rPr dirty="0"/>
              <a:t>, </a:t>
            </a:r>
            <a:r>
              <a:rPr dirty="0" err="1"/>
              <a:t>chipKIT</a:t>
            </a:r>
            <a:r>
              <a:rPr dirty="0"/>
              <a:t>, </a:t>
            </a:r>
            <a:r>
              <a:rPr dirty="0" err="1"/>
              <a:t>chipKIT</a:t>
            </a:r>
            <a:r>
              <a:rPr dirty="0"/>
              <a:t> logo, </a:t>
            </a:r>
            <a:r>
              <a:rPr dirty="0" err="1"/>
              <a:t>CryptoMemory</a:t>
            </a:r>
            <a:r>
              <a:rPr dirty="0"/>
              <a:t>, </a:t>
            </a:r>
            <a:r>
              <a:rPr dirty="0" err="1"/>
              <a:t>CryptoRF</a:t>
            </a:r>
            <a:r>
              <a:rPr dirty="0"/>
              <a:t>, dsPIC, </a:t>
            </a:r>
            <a:r>
              <a:rPr dirty="0" err="1"/>
              <a:t>FlashFlex</a:t>
            </a:r>
            <a:r>
              <a:rPr dirty="0"/>
              <a:t>, </a:t>
            </a:r>
            <a:r>
              <a:rPr dirty="0" err="1"/>
              <a:t>flexPWR</a:t>
            </a:r>
            <a:r>
              <a:rPr dirty="0"/>
              <a:t>, HELDO, IGLOO, </a:t>
            </a:r>
            <a:r>
              <a:rPr dirty="0" err="1"/>
              <a:t>JukeBlox</a:t>
            </a:r>
            <a:r>
              <a:rPr dirty="0"/>
              <a:t>, </a:t>
            </a:r>
            <a:r>
              <a:rPr dirty="0" err="1"/>
              <a:t>KeeLoq</a:t>
            </a:r>
            <a:r>
              <a:rPr dirty="0"/>
              <a:t>, Kleer, </a:t>
            </a:r>
            <a:r>
              <a:rPr dirty="0" err="1"/>
              <a:t>LANCheck</a:t>
            </a:r>
            <a:r>
              <a:rPr dirty="0"/>
              <a:t>, </a:t>
            </a:r>
            <a:r>
              <a:rPr dirty="0" err="1"/>
              <a:t>LinkMD</a:t>
            </a:r>
            <a:r>
              <a:rPr dirty="0"/>
              <a:t>, </a:t>
            </a:r>
            <a:r>
              <a:rPr dirty="0" err="1"/>
              <a:t>maXStylus</a:t>
            </a:r>
            <a:r>
              <a:rPr dirty="0"/>
              <a:t>, </a:t>
            </a:r>
            <a:r>
              <a:rPr dirty="0" err="1"/>
              <a:t>maXTouch</a:t>
            </a:r>
            <a:r>
              <a:rPr dirty="0"/>
              <a:t>, </a:t>
            </a:r>
            <a:r>
              <a:rPr dirty="0" err="1"/>
              <a:t>MediaLB</a:t>
            </a:r>
            <a:r>
              <a:rPr dirty="0"/>
              <a:t>, </a:t>
            </a:r>
            <a:r>
              <a:rPr dirty="0" err="1"/>
              <a:t>megaAVR</a:t>
            </a:r>
            <a:r>
              <a:rPr dirty="0"/>
              <a:t>, Microsemi, Microsemi logo, MOST, MOST logo, MPLAB, </a:t>
            </a:r>
            <a:r>
              <a:rPr dirty="0" err="1"/>
              <a:t>OptoLyzer</a:t>
            </a:r>
            <a:r>
              <a:rPr dirty="0"/>
              <a:t>, </a:t>
            </a:r>
            <a:r>
              <a:rPr dirty="0" err="1"/>
              <a:t>PackeTime</a:t>
            </a:r>
            <a:r>
              <a:rPr dirty="0"/>
              <a:t>, PIC, </a:t>
            </a:r>
            <a:r>
              <a:rPr dirty="0" err="1"/>
              <a:t>picoPower</a:t>
            </a:r>
            <a:r>
              <a:rPr dirty="0"/>
              <a:t>, PICSTART, PIC32 logo, </a:t>
            </a:r>
            <a:r>
              <a:rPr dirty="0" err="1"/>
              <a:t>PolarFire</a:t>
            </a:r>
            <a:r>
              <a:rPr dirty="0"/>
              <a:t>, </a:t>
            </a:r>
            <a:r>
              <a:rPr dirty="0" err="1"/>
              <a:t>Prochip</a:t>
            </a:r>
            <a:r>
              <a:rPr dirty="0"/>
              <a:t> Designer, </a:t>
            </a:r>
            <a:r>
              <a:rPr dirty="0" err="1"/>
              <a:t>QTouch</a:t>
            </a:r>
            <a:r>
              <a:rPr dirty="0"/>
              <a:t>, SAM-BA, </a:t>
            </a:r>
            <a:r>
              <a:rPr dirty="0" err="1"/>
              <a:t>SenGenuity</a:t>
            </a:r>
            <a:r>
              <a:rPr dirty="0"/>
              <a:t>, </a:t>
            </a:r>
            <a:r>
              <a:rPr dirty="0" err="1"/>
              <a:t>SpyNIC</a:t>
            </a:r>
            <a:r>
              <a:rPr dirty="0"/>
              <a:t>, SST, SST Logo, </a:t>
            </a:r>
            <a:r>
              <a:rPr dirty="0" err="1"/>
              <a:t>SuperFlash</a:t>
            </a:r>
            <a:r>
              <a:rPr dirty="0"/>
              <a:t>, </a:t>
            </a:r>
            <a:r>
              <a:rPr dirty="0" err="1"/>
              <a:t>Symmetricom</a:t>
            </a:r>
            <a:r>
              <a:rPr dirty="0"/>
              <a:t>, </a:t>
            </a:r>
            <a:r>
              <a:rPr dirty="0" err="1"/>
              <a:t>SyncServer</a:t>
            </a:r>
            <a:r>
              <a:rPr dirty="0"/>
              <a:t>, Tachyon, </a:t>
            </a:r>
            <a:r>
              <a:rPr dirty="0" err="1"/>
              <a:t>TempTrackr</a:t>
            </a:r>
            <a:r>
              <a:rPr dirty="0"/>
              <a:t>, </a:t>
            </a:r>
            <a:r>
              <a:rPr dirty="0" err="1"/>
              <a:t>TimeSource</a:t>
            </a:r>
            <a:r>
              <a:rPr dirty="0"/>
              <a:t>, </a:t>
            </a:r>
            <a:r>
              <a:rPr dirty="0" err="1"/>
              <a:t>tinyAVR</a:t>
            </a:r>
            <a:r>
              <a:rPr dirty="0"/>
              <a:t>, UNI/O, Vectron, and XMEGA are registered trademarks of Microchip Technology Incorporated in the U.S.A. and other countries.</a:t>
            </a:r>
            <a:br>
              <a:rPr dirty="0"/>
            </a:br>
            <a:br>
              <a:rPr dirty="0"/>
            </a:br>
            <a:r>
              <a:rPr dirty="0"/>
              <a:t>APT, </a:t>
            </a:r>
            <a:r>
              <a:rPr dirty="0" err="1"/>
              <a:t>ClockWorks</a:t>
            </a:r>
            <a:r>
              <a:rPr dirty="0"/>
              <a:t>, The Embedded Control Solutions Company, </a:t>
            </a:r>
            <a:r>
              <a:rPr dirty="0" err="1"/>
              <a:t>EtherSynch</a:t>
            </a:r>
            <a:r>
              <a:rPr dirty="0"/>
              <a:t>, </a:t>
            </a:r>
            <a:r>
              <a:rPr dirty="0" err="1"/>
              <a:t>FlashTec</a:t>
            </a:r>
            <a:r>
              <a:rPr dirty="0"/>
              <a:t>, Hyper Speed Control, </a:t>
            </a:r>
            <a:r>
              <a:rPr dirty="0" err="1"/>
              <a:t>HyperLight</a:t>
            </a:r>
            <a:r>
              <a:rPr dirty="0"/>
              <a:t> Load, </a:t>
            </a:r>
            <a:r>
              <a:rPr dirty="0" err="1"/>
              <a:t>IntelliMOS</a:t>
            </a:r>
            <a:r>
              <a:rPr dirty="0"/>
              <a:t>, Libero, </a:t>
            </a:r>
            <a:r>
              <a:rPr dirty="0" err="1"/>
              <a:t>motorBench</a:t>
            </a:r>
            <a:r>
              <a:rPr dirty="0"/>
              <a:t>, </a:t>
            </a:r>
            <a:r>
              <a:rPr dirty="0" err="1"/>
              <a:t>mTouch</a:t>
            </a:r>
            <a:r>
              <a:rPr dirty="0"/>
              <a:t>, </a:t>
            </a:r>
            <a:r>
              <a:rPr dirty="0" err="1"/>
              <a:t>Powermite</a:t>
            </a:r>
            <a:r>
              <a:rPr dirty="0"/>
              <a:t> 3, Precision Edge, </a:t>
            </a:r>
            <a:r>
              <a:rPr dirty="0" err="1"/>
              <a:t>ProASIC</a:t>
            </a:r>
            <a:r>
              <a:rPr dirty="0"/>
              <a:t>, </a:t>
            </a:r>
            <a:r>
              <a:rPr dirty="0" err="1"/>
              <a:t>ProASIC</a:t>
            </a:r>
            <a:r>
              <a:rPr dirty="0"/>
              <a:t> Plus, </a:t>
            </a:r>
            <a:r>
              <a:rPr dirty="0" err="1"/>
              <a:t>ProASIC</a:t>
            </a:r>
            <a:r>
              <a:rPr dirty="0"/>
              <a:t> Plus logo, Quiet-Wire, </a:t>
            </a:r>
            <a:r>
              <a:rPr dirty="0" err="1"/>
              <a:t>SmartFusion</a:t>
            </a:r>
            <a:r>
              <a:rPr dirty="0"/>
              <a:t>, </a:t>
            </a:r>
            <a:r>
              <a:rPr dirty="0" err="1"/>
              <a:t>SyncWorld</a:t>
            </a:r>
            <a:r>
              <a:rPr dirty="0"/>
              <a:t>, </a:t>
            </a:r>
            <a:r>
              <a:rPr dirty="0" err="1"/>
              <a:t>Temux</a:t>
            </a:r>
            <a:r>
              <a:rPr dirty="0"/>
              <a:t>, </a:t>
            </a:r>
            <a:r>
              <a:rPr dirty="0" err="1"/>
              <a:t>TimeCesium</a:t>
            </a:r>
            <a:r>
              <a:rPr dirty="0"/>
              <a:t>, </a:t>
            </a:r>
            <a:r>
              <a:rPr dirty="0" err="1"/>
              <a:t>TimeHub</a:t>
            </a:r>
            <a:r>
              <a:rPr dirty="0"/>
              <a:t>, </a:t>
            </a:r>
            <a:r>
              <a:rPr dirty="0" err="1"/>
              <a:t>TimePictra</a:t>
            </a:r>
            <a:r>
              <a:rPr dirty="0"/>
              <a:t>, </a:t>
            </a:r>
            <a:r>
              <a:rPr dirty="0" err="1"/>
              <a:t>TimeProvider</a:t>
            </a:r>
            <a:r>
              <a:rPr dirty="0"/>
              <a:t>, Vite, </a:t>
            </a:r>
            <a:r>
              <a:rPr dirty="0" err="1"/>
              <a:t>WinPath</a:t>
            </a:r>
            <a:r>
              <a:rPr dirty="0"/>
              <a:t>, and ZL are registered trademarks of Microchip Technology Incorporated in the U.S.A.</a:t>
            </a:r>
            <a:br>
              <a:rPr dirty="0"/>
            </a:br>
            <a:br>
              <a:rPr dirty="0"/>
            </a:br>
            <a:r>
              <a:rPr dirty="0"/>
              <a:t>Adjacent Key Suppression, AKS, Analog-for-the-Digital Age, Any Capacitor, </a:t>
            </a:r>
            <a:r>
              <a:rPr dirty="0" err="1"/>
              <a:t>AnyIn</a:t>
            </a:r>
            <a:r>
              <a:rPr dirty="0"/>
              <a:t>, </a:t>
            </a:r>
            <a:r>
              <a:rPr dirty="0" err="1"/>
              <a:t>AnyOut</a:t>
            </a:r>
            <a:r>
              <a:rPr dirty="0"/>
              <a:t>, BlueSky, </a:t>
            </a:r>
            <a:r>
              <a:rPr dirty="0" err="1"/>
              <a:t>BodyCom</a:t>
            </a:r>
            <a:r>
              <a:rPr dirty="0"/>
              <a:t>, </a:t>
            </a:r>
            <a:r>
              <a:rPr dirty="0" err="1"/>
              <a:t>CodeGuard</a:t>
            </a:r>
            <a:r>
              <a:rPr dirty="0"/>
              <a:t>, </a:t>
            </a:r>
            <a:r>
              <a:rPr dirty="0" err="1"/>
              <a:t>CryptoAuthentication</a:t>
            </a:r>
            <a:r>
              <a:rPr dirty="0"/>
              <a:t>, </a:t>
            </a:r>
            <a:r>
              <a:rPr dirty="0" err="1"/>
              <a:t>CryptoAutomotive</a:t>
            </a:r>
            <a:r>
              <a:rPr dirty="0"/>
              <a:t>, </a:t>
            </a:r>
            <a:r>
              <a:rPr dirty="0" err="1"/>
              <a:t>CryptoCompanion</a:t>
            </a:r>
            <a:r>
              <a:rPr dirty="0"/>
              <a:t>, </a:t>
            </a:r>
            <a:r>
              <a:rPr dirty="0" err="1"/>
              <a:t>CryptoController</a:t>
            </a:r>
            <a:r>
              <a:rPr dirty="0"/>
              <a:t>, </a:t>
            </a:r>
            <a:r>
              <a:rPr dirty="0" err="1"/>
              <a:t>dsPICDEM</a:t>
            </a:r>
            <a:r>
              <a:rPr dirty="0"/>
              <a:t>, dsPICDEM.net, Dynamic Average Matching, DAM, ECAN, </a:t>
            </a:r>
            <a:r>
              <a:rPr dirty="0" err="1"/>
              <a:t>EtherGREEN</a:t>
            </a:r>
            <a:r>
              <a:rPr dirty="0"/>
              <a:t>, In-Circuit Serial Programming, ICSP, </a:t>
            </a:r>
            <a:r>
              <a:rPr dirty="0" err="1"/>
              <a:t>INICnet</a:t>
            </a:r>
            <a:r>
              <a:rPr dirty="0"/>
              <a:t>, Inter-Chip Connectivity, </a:t>
            </a:r>
            <a:r>
              <a:rPr dirty="0" err="1"/>
              <a:t>JitterBlocker</a:t>
            </a:r>
            <a:r>
              <a:rPr dirty="0"/>
              <a:t>, </a:t>
            </a:r>
            <a:r>
              <a:rPr dirty="0" err="1"/>
              <a:t>KleerNet</a:t>
            </a:r>
            <a:r>
              <a:rPr dirty="0"/>
              <a:t>, </a:t>
            </a:r>
            <a:r>
              <a:rPr dirty="0" err="1"/>
              <a:t>KleerNet</a:t>
            </a:r>
            <a:r>
              <a:rPr dirty="0"/>
              <a:t> logo, </a:t>
            </a:r>
            <a:r>
              <a:rPr dirty="0" err="1"/>
              <a:t>memBrain</a:t>
            </a:r>
            <a:r>
              <a:rPr dirty="0"/>
              <a:t>, Mindi, </a:t>
            </a:r>
            <a:r>
              <a:rPr dirty="0" err="1"/>
              <a:t>MiWi</a:t>
            </a:r>
            <a:r>
              <a:rPr dirty="0"/>
              <a:t>, MPASM, MPF, MPLAB Certified logo, MPLIB, MPLINK, </a:t>
            </a:r>
            <a:r>
              <a:rPr dirty="0" err="1"/>
              <a:t>MultiTRAK</a:t>
            </a:r>
            <a:r>
              <a:rPr dirty="0"/>
              <a:t>, </a:t>
            </a:r>
            <a:r>
              <a:rPr dirty="0" err="1"/>
              <a:t>NetDetach</a:t>
            </a:r>
            <a:r>
              <a:rPr dirty="0"/>
              <a:t>, Omniscient Code Generation, PICDEM, PICDEM.net, </a:t>
            </a:r>
            <a:r>
              <a:rPr dirty="0" err="1"/>
              <a:t>PICkit</a:t>
            </a:r>
            <a:r>
              <a:rPr dirty="0"/>
              <a:t>, </a:t>
            </a:r>
            <a:r>
              <a:rPr dirty="0" err="1"/>
              <a:t>PICtail</a:t>
            </a:r>
            <a:r>
              <a:rPr dirty="0"/>
              <a:t>, </a:t>
            </a:r>
            <a:r>
              <a:rPr dirty="0" err="1"/>
              <a:t>PowerSmart</a:t>
            </a:r>
            <a:r>
              <a:rPr dirty="0"/>
              <a:t>, </a:t>
            </a:r>
            <a:r>
              <a:rPr dirty="0" err="1"/>
              <a:t>PureSilicon</a:t>
            </a:r>
            <a:r>
              <a:rPr dirty="0"/>
              <a:t>, </a:t>
            </a:r>
            <a:r>
              <a:rPr dirty="0" err="1"/>
              <a:t>QMatrix</a:t>
            </a:r>
            <a:r>
              <a:rPr dirty="0"/>
              <a:t>, REAL ICE, Ripple Blocker, SAM-ICE, Serial Quad I/O, SMART-I.S., SQI, </a:t>
            </a:r>
            <a:r>
              <a:rPr dirty="0" err="1"/>
              <a:t>SuperSwitcher</a:t>
            </a:r>
            <a:r>
              <a:rPr dirty="0"/>
              <a:t>, </a:t>
            </a:r>
            <a:r>
              <a:rPr dirty="0" err="1"/>
              <a:t>SuperSwitcher</a:t>
            </a:r>
            <a:r>
              <a:rPr dirty="0"/>
              <a:t> II, Total Endurance, TSHARC, </a:t>
            </a:r>
            <a:r>
              <a:rPr dirty="0" err="1"/>
              <a:t>USBCheck</a:t>
            </a:r>
            <a:r>
              <a:rPr dirty="0"/>
              <a:t>, </a:t>
            </a:r>
            <a:r>
              <a:rPr dirty="0" err="1"/>
              <a:t>VariSense</a:t>
            </a:r>
            <a:r>
              <a:rPr dirty="0"/>
              <a:t>, </a:t>
            </a:r>
            <a:r>
              <a:rPr dirty="0" err="1"/>
              <a:t>ViewSpan</a:t>
            </a:r>
            <a:r>
              <a:rPr dirty="0"/>
              <a:t>, </a:t>
            </a:r>
            <a:r>
              <a:rPr dirty="0" err="1"/>
              <a:t>WiperLock</a:t>
            </a:r>
            <a:r>
              <a:rPr dirty="0"/>
              <a:t>, Wireless DNA, and ZENA are trademarks of Microchip Technology Incorporated in the U.S.A. and other countries.</a:t>
            </a:r>
            <a:br>
              <a:rPr dirty="0"/>
            </a:br>
            <a:br>
              <a:rPr dirty="0"/>
            </a:br>
            <a:r>
              <a:rPr dirty="0"/>
              <a:t>SQTP is a service mark of Microchip Technology Incorporated in the U.S.A.</a:t>
            </a:r>
            <a:br>
              <a:rPr dirty="0"/>
            </a:br>
            <a:br>
              <a:rPr dirty="0"/>
            </a:br>
            <a:r>
              <a:rPr dirty="0"/>
              <a:t>The Adaptec logo, Frequency on Demand, Silicon Storage Technology, and </a:t>
            </a:r>
            <a:r>
              <a:rPr dirty="0" err="1"/>
              <a:t>Symmcom</a:t>
            </a:r>
            <a:r>
              <a:rPr dirty="0"/>
              <a:t> are registered trademarks of Microchip Technology Inc. in other countries.</a:t>
            </a:r>
            <a:br>
              <a:rPr dirty="0"/>
            </a:br>
            <a:br>
              <a:rPr dirty="0"/>
            </a:br>
            <a:r>
              <a:rPr dirty="0" err="1"/>
              <a:t>GestIC</a:t>
            </a:r>
            <a:r>
              <a:rPr dirty="0"/>
              <a:t> is a registered trademark of Microchip Technology Germany II GmbH &amp; Co. KG, a subsidiary of Microchip Technology Inc., in other countries.</a:t>
            </a:r>
            <a:br>
              <a:rPr dirty="0"/>
            </a:br>
            <a:br>
              <a:rPr dirty="0"/>
            </a:br>
            <a:r>
              <a:rPr dirty="0"/>
              <a:t>All other trademarks mentioned herein are property of their respective companies.</a:t>
            </a:r>
            <a:br>
              <a:rPr dirty="0"/>
            </a:br>
            <a:br>
              <a:rPr dirty="0"/>
            </a:br>
            <a:r>
              <a:rPr dirty="0"/>
              <a:t>© 2019, Microchip Technology Incorporated, All Rights Reserved.</a:t>
            </a:r>
          </a:p>
        </p:txBody>
      </p:sp>
    </p:spTree>
  </p:cSld>
  <p:clrMapOvr>
    <a:masterClrMapping/>
  </p:clrMapOvr>
</p:sld>
</file>

<file path=ppt/theme/theme1.xml><?xml version="1.0" encoding="utf-8"?>
<a:theme xmlns:a="http://schemas.openxmlformats.org/drawingml/2006/main" name="Office Theme">
  <a:themeElements>
    <a:clrScheme name="03122020a">
      <a:dk1>
        <a:srgbClr val="0A0B0F"/>
      </a:dk1>
      <a:lt1>
        <a:srgbClr val="FFFFFF"/>
      </a:lt1>
      <a:dk2>
        <a:srgbClr val="FFFFFF"/>
      </a:dk2>
      <a:lt2>
        <a:srgbClr val="1D9CE5"/>
      </a:lt2>
      <a:accent1>
        <a:srgbClr val="0E3689"/>
      </a:accent1>
      <a:accent2>
        <a:srgbClr val="FD7F20"/>
      </a:accent2>
      <a:accent3>
        <a:srgbClr val="1D9CE4"/>
      </a:accent3>
      <a:accent4>
        <a:srgbClr val="5EBF33"/>
      </a:accent4>
      <a:accent5>
        <a:srgbClr val="702076"/>
      </a:accent5>
      <a:accent6>
        <a:srgbClr val="FFD53A"/>
      </a:accent6>
      <a:hlink>
        <a:srgbClr val="45A8C4"/>
      </a:hlink>
      <a:folHlink>
        <a:srgbClr val="45A8C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Mod val="60000"/>
            <a:lumOff val="40000"/>
          </a:schemeClr>
        </a:solidFill>
        <a:ln>
          <a:no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F2FBDE82520C946BD19273829A3FFFC" ma:contentTypeVersion="6" ma:contentTypeDescription="Create a new document." ma:contentTypeScope="" ma:versionID="918a30e2a9da5475838501a6eba17c5f">
  <xsd:schema xmlns:xsd="http://www.w3.org/2001/XMLSchema" xmlns:xs="http://www.w3.org/2001/XMLSchema" xmlns:p="http://schemas.microsoft.com/office/2006/metadata/properties" xmlns:ns2="86f0cdac-08b0-4f30-9b7e-d8e4901616ad" xmlns:ns3="84c79faf-5eef-43a9-94fb-365a6db7a8a8" targetNamespace="http://schemas.microsoft.com/office/2006/metadata/properties" ma:root="true" ma:fieldsID="f15bb8afc84c5a9f6d27ee3075264cfc" ns2:_="" ns3:_="">
    <xsd:import namespace="86f0cdac-08b0-4f30-9b7e-d8e4901616ad"/>
    <xsd:import namespace="84c79faf-5eef-43a9-94fb-365a6db7a8a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f0cdac-08b0-4f30-9b7e-d8e4901616a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4c79faf-5eef-43a9-94fb-365a6db7a8a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5774815-801A-4D0C-AAC8-304A8EA5EAE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CE24DD7-9317-4AD8-82D4-5A6998DA79C7}">
  <ds:schemaRefs>
    <ds:schemaRef ds:uri="http://schemas.microsoft.com/sharepoint/v3/contenttype/forms"/>
  </ds:schemaRefs>
</ds:datastoreItem>
</file>

<file path=customXml/itemProps3.xml><?xml version="1.0" encoding="utf-8"?>
<ds:datastoreItem xmlns:ds="http://schemas.openxmlformats.org/officeDocument/2006/customXml" ds:itemID="{C516C3B2-E129-40E7-AFA3-5182145793A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f0cdac-08b0-4f30-9b7e-d8e4901616ad"/>
    <ds:schemaRef ds:uri="84c79faf-5eef-43a9-94fb-365a6db7a8a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1157</Words>
  <Application>Microsoft Office PowerPoint</Application>
  <PresentationFormat>Custom</PresentationFormat>
  <Paragraphs>67</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dsPIC33AK + 10BASE-T1S Heartbeat Demo</vt:lpstr>
      <vt:lpstr>System Architecture</vt:lpstr>
      <vt:lpstr>Performance &amp; Packet Analysis</vt:lpstr>
      <vt:lpstr>Key Takeaways</vt:lpstr>
      <vt:lpstr>Block-Diagram</vt:lpstr>
      <vt:lpstr>Time Flow Chart - UDP</vt:lpstr>
      <vt:lpstr>PowerPoint Presentation</vt:lpstr>
    </vt:vector>
  </TitlesOfParts>
  <Company>SMSC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 2020</dc:title>
  <dc:creator>Michael Wikan</dc:creator>
  <cp:lastModifiedBy>Edras Pacola - M71906</cp:lastModifiedBy>
  <cp:revision>234</cp:revision>
  <dcterms:created xsi:type="dcterms:W3CDTF">2019-09-10T21:33:18Z</dcterms:created>
  <dcterms:modified xsi:type="dcterms:W3CDTF">2026-07-21T11:41:29Z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ItemGuid">
    <vt:lpwstr>8fbba442-8e62-441a-8a37-77e419e57804</vt:lpwstr>
  </property>
  <property fmtid="{D5CDD505-2E9C-101B-9397-08002B2CF9AE}" pid="3" name="ContentTypeId">
    <vt:lpwstr>0x0101006F2FBDE82520C946BD19273829A3FFFC</vt:lpwstr>
  </property>
</Properties>
</file>